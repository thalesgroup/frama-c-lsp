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4" r:id="rId9"/>
    <p:sldId id="267" r:id="rId10"/>
    <p:sldId id="269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hyperlink" Target="https://www.youtube.com/user/thethalesgroup" TargetMode="External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thalesgroup" TargetMode="External"/><Relationship Id="rId5" Type="http://schemas.openxmlformats.org/officeDocument/2006/relationships/hyperlink" Target="https://www.linkedin.com/company/thales/" TargetMode="External"/><Relationship Id="rId4" Type="http://schemas.openxmlformats.org/officeDocument/2006/relationships/hyperlink" Target="https://www.thalesgroup.com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thalesgroup.com/" TargetMode="External"/><Relationship Id="rId4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2A98F7-F159-F60F-46D6-839BCF439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12190592" cy="685720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50207CD-A770-7650-0856-F0FB42E743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F45B7-71C6-1485-8A5A-3C39FEF1F517}"/>
              </a:ext>
            </a:extLst>
          </p:cNvPr>
          <p:cNvSpPr txBox="1"/>
          <p:nvPr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FAD99C-B3D0-6CC4-860A-EB979C5D2128}"/>
              </a:ext>
            </a:extLst>
          </p:cNvPr>
          <p:cNvGrpSpPr/>
          <p:nvPr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FF10F7-10F5-C7BE-C835-D27D10041F98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C2173D-56FC-54AF-C5C3-B862515738EB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FD627E-F237-0CC9-C8A4-3F6613BF9F76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E9FBDC-E897-2260-A6D3-B94078A06D85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9554A99-F280-ECBC-5040-1D836A6DD648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F33B586-655C-01D5-4699-100F1A421A9C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23DFB61-E7B1-6AEA-34E0-0A1DB732A342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AFF4072-8F4A-E478-F482-9ED5B0F350EC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116AB45-8239-150C-0FBE-209259A43BBD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5EDB62C-D52B-9144-F165-85B46D6F286C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C6D49BA-18C3-3B72-D926-9B4ECC2B73E9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C52CD0D-0522-1461-1424-1059CE482BB9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739E712-BB45-C743-9A15-01C2F0757789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9AC4AF-2D1A-182B-ACCF-83792C6DB573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C3ACD8-4C77-3B34-6551-48F9845D0E1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AA0A787-9BED-7877-FCD5-E8A12559716B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9D53C8E-111F-4520-8A3B-4D44F1740A04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F3C8EDD-88A8-82C0-481C-9FD9DCD3A19F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92EE939-DA49-2A8B-6640-4F3B50318B90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D4B16DD-F5E6-7B83-5BD1-C868DDC7235A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6CFDC2E-87CA-71B7-C428-4351F2D82929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7956CD-ED45-D90C-01E2-43B2B7A1E527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4E428F3-F2F4-A04A-2F1F-D8DD8E6E70A1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FB6309-09C6-2E46-FB94-22F3023A8133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8E94E59-5191-C6C8-2447-61CB1D39D250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6445E18-845B-A8C6-4A60-2F5DE3A10396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0BF78F3-914C-585C-F344-8EFD5A902128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E0C273E-9E81-0B75-CE74-D208DE217BAA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BE02A2A-AE07-C1AC-CBC6-B65D0715134C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6566DC1-46F3-0C21-B82C-B1408F39316A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A956B8-47E3-007C-1F06-B5BC4C0E5AE7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C56CEE-69A8-1A02-EF2D-F8C3BD2BAB6B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74E5F79-01C4-1CB3-F475-5B61A8B48410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ADCFAA3-31BF-5287-6072-60FEE7DDAD3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481D8D7-4765-4F92-876F-6014BAC18E15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41003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663909-A8CA-9DF6-B954-8622276E78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B1530-D5FA-027C-5074-206E6194C12C}"/>
              </a:ext>
            </a:extLst>
          </p:cNvPr>
          <p:cNvSpPr txBox="1"/>
          <p:nvPr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90D3D2-9C7F-3248-D2DB-57C3C97CAA4E}"/>
              </a:ext>
            </a:extLst>
          </p:cNvPr>
          <p:cNvGrpSpPr/>
          <p:nvPr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F48B101-99C4-D6A4-B835-DDA35556AF1C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0F785EC-ACA7-F065-A917-4D0214F24078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237177-08D2-2DC4-19BA-4F58D9780B18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C2F9D1-90E5-1399-AB73-D1972116AB8D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C0059D-C3D4-D5F4-A719-78C8024A2D17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8762EFA-DB3A-1734-6BC2-37E01105C2F5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DDF28C-D639-1ADC-4C02-69C2050E1EDF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15F1C0-3A40-B321-9E1C-6E7C45F770B2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214FB6-20A9-36B0-F0F1-1B9733FE8082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9BB151D-3702-3017-1B89-3C7ABB8C0382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F66765C-B7E9-C3A6-5026-1B287B90431D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3BB0E0C-8245-DC03-E0D2-4E8B85EA5DB3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E7A2C7-ED4E-8B7F-B928-75616F84E2E6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325F47B-C482-B06D-0A71-07AFBC02233B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A1F90EE-1F99-ED14-DA59-772368246FF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1D1C4E-4A08-7E4B-EE59-441DB7935806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9A9689B-3F8B-16CA-90D0-6EAE5CD71F7F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6C9E2C3-5141-D356-2D45-B8ABE7B892B4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58046B0-6954-CCCD-29AD-64739DFF564B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78702D-9A87-8C17-1EA0-6578B0AE128E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A4A1364-57CD-D8DA-9B68-A9A4060A9251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3A894E5-FA8A-1588-8ABF-AF3637A9F7AF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4C9624B-F8E3-85AA-2986-0909FE925255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FDCEE73-CC6A-8C17-C7AF-36766DEA51D9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13A7474-0526-F336-D568-0F40AB0EDE87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2D0CE5-2CBA-3650-ABC4-CDD58FB224C4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249888E-934F-9B0B-2700-EF369D38D6F1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96CD30A-B564-ABD4-5F9F-015F33A3C0FB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020B317-FB69-E8AD-05FD-6C87FBC1BE8D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EC15C41-FFA9-39CB-698E-BE11BB7CB6A2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BBBE5D4-0930-5FAC-C148-B3B528F35B0D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72F1491-F2FF-A656-3BEC-5BE809F1C344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C6F22B1-CDBA-2043-1213-647D84503042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A01EC6-4EE1-0E36-738E-4D3D2629819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6624175-ADE2-8CBD-B95D-B156200F75A0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397115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E91B1F2-EDBD-F0E5-18E0-4293E776FB9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949700" y="0"/>
            <a:ext cx="8242300" cy="6102000"/>
          </a:xfrm>
          <a:custGeom>
            <a:avLst/>
            <a:gdLst>
              <a:gd name="connsiteX0" fmla="*/ 3254380 w 8242300"/>
              <a:gd name="connsiteY0" fmla="*/ 0 h 6102000"/>
              <a:gd name="connsiteX1" fmla="*/ 8242300 w 8242300"/>
              <a:gd name="connsiteY1" fmla="*/ 0 h 6102000"/>
              <a:gd name="connsiteX2" fmla="*/ 8242300 w 8242300"/>
              <a:gd name="connsiteY2" fmla="*/ 6076018 h 6102000"/>
              <a:gd name="connsiteX3" fmla="*/ 8228443 w 8242300"/>
              <a:gd name="connsiteY3" fmla="*/ 6102000 h 6102000"/>
              <a:gd name="connsiteX4" fmla="*/ 0 w 8242300"/>
              <a:gd name="connsiteY4" fmla="*/ 6102000 h 610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42300" h="6102000">
                <a:moveTo>
                  <a:pt x="3254380" y="0"/>
                </a:moveTo>
                <a:lnTo>
                  <a:pt x="8242300" y="0"/>
                </a:lnTo>
                <a:lnTo>
                  <a:pt x="8242300" y="6076018"/>
                </a:lnTo>
                <a:lnTo>
                  <a:pt x="8228443" y="6102000"/>
                </a:lnTo>
                <a:lnTo>
                  <a:pt x="0" y="6102000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5" name="Title 146">
            <a:extLst>
              <a:ext uri="{FF2B5EF4-FFF2-40B4-BE49-F238E27FC236}">
                <a16:creationId xmlns:a16="http://schemas.microsoft.com/office/drawing/2014/main" id="{8EB015E7-2B87-0782-45FD-A322B48CA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127672"/>
            <a:ext cx="3853950" cy="1846659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Chapter title</a:t>
            </a:r>
            <a:br>
              <a:rPr lang="en-GB" noProof="0" dirty="0"/>
            </a:br>
            <a:r>
              <a:rPr lang="en-GB" noProof="0" dirty="0"/>
              <a:t>One, two or three 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165D70-1CC5-41D3-B887-8286AC2B15E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842682" cy="61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085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6000" y="1145369"/>
            <a:ext cx="8640000" cy="307777"/>
          </a:xfrm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00000"/>
              </a:lnSpc>
              <a:defRPr sz="2000" b="1" cap="all" spc="3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EF26AE-0E8B-41DE-038A-4F9ED9254CB9}"/>
              </a:ext>
            </a:extLst>
          </p:cNvPr>
          <p:cNvGrpSpPr/>
          <p:nvPr/>
        </p:nvGrpSpPr>
        <p:grpSpPr>
          <a:xfrm>
            <a:off x="5348942" y="1674097"/>
            <a:ext cx="1494116" cy="112014"/>
            <a:chOff x="10939447" y="523240"/>
            <a:chExt cx="1245096" cy="93345"/>
          </a:xfrm>
          <a:solidFill>
            <a:schemeClr val="tx2">
              <a:alpha val="20000"/>
            </a:schemeClr>
          </a:solidFill>
        </p:grpSpPr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5610C1ED-5852-0EE6-FF0A-96F4CB2CE64A}"/>
                </a:ext>
              </a:extLst>
            </p:cNvPr>
            <p:cNvSpPr/>
            <p:nvPr/>
          </p:nvSpPr>
          <p:spPr>
            <a:xfrm>
              <a:off x="1167806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343AB0C8-5813-3A04-543A-A355379EE61C}"/>
                </a:ext>
              </a:extLst>
            </p:cNvPr>
            <p:cNvSpPr/>
            <p:nvPr/>
          </p:nvSpPr>
          <p:spPr>
            <a:xfrm>
              <a:off x="1172151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E08D21E0-3ECF-9B08-C7A1-D04373449761}"/>
                </a:ext>
              </a:extLst>
            </p:cNvPr>
            <p:cNvSpPr/>
            <p:nvPr/>
          </p:nvSpPr>
          <p:spPr>
            <a:xfrm>
              <a:off x="1176495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9B6977C8-7F75-2A95-BA16-F0DBEB1C637D}"/>
                </a:ext>
              </a:extLst>
            </p:cNvPr>
            <p:cNvSpPr/>
            <p:nvPr/>
          </p:nvSpPr>
          <p:spPr>
            <a:xfrm>
              <a:off x="1180840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E1621F6-18AB-1F9C-E8A6-615290F012C1}"/>
                </a:ext>
              </a:extLst>
            </p:cNvPr>
            <p:cNvSpPr/>
            <p:nvPr/>
          </p:nvSpPr>
          <p:spPr>
            <a:xfrm>
              <a:off x="1185185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D7F90642-BEFD-C7CC-0AB6-542F734EC6BB}"/>
                </a:ext>
              </a:extLst>
            </p:cNvPr>
            <p:cNvSpPr/>
            <p:nvPr/>
          </p:nvSpPr>
          <p:spPr>
            <a:xfrm>
              <a:off x="1189530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C0FAD3C7-8B5D-D594-47C6-8C4075EEDA84}"/>
                </a:ext>
              </a:extLst>
            </p:cNvPr>
            <p:cNvSpPr/>
            <p:nvPr/>
          </p:nvSpPr>
          <p:spPr>
            <a:xfrm>
              <a:off x="1193875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EBCFCA6E-4C9C-8F1B-7470-1E3A399E1C0B}"/>
                </a:ext>
              </a:extLst>
            </p:cNvPr>
            <p:cNvSpPr/>
            <p:nvPr/>
          </p:nvSpPr>
          <p:spPr>
            <a:xfrm>
              <a:off x="1198219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455C98B-94C3-7DBA-72EF-5946B8FC5659}"/>
                </a:ext>
              </a:extLst>
            </p:cNvPr>
            <p:cNvSpPr/>
            <p:nvPr/>
          </p:nvSpPr>
          <p:spPr>
            <a:xfrm>
              <a:off x="120256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F6AECC36-A0CF-C556-EE65-AD7EC9BC4088}"/>
                </a:ext>
              </a:extLst>
            </p:cNvPr>
            <p:cNvSpPr/>
            <p:nvPr/>
          </p:nvSpPr>
          <p:spPr>
            <a:xfrm>
              <a:off x="120690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193D1796-0A04-4EBA-1454-F2C704880D8A}"/>
                </a:ext>
              </a:extLst>
            </p:cNvPr>
            <p:cNvSpPr/>
            <p:nvPr/>
          </p:nvSpPr>
          <p:spPr>
            <a:xfrm>
              <a:off x="121125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444A5F82-1CC1-2723-36BD-5E6A8DD02DB5}"/>
                </a:ext>
              </a:extLst>
            </p:cNvPr>
            <p:cNvSpPr/>
            <p:nvPr/>
          </p:nvSpPr>
          <p:spPr>
            <a:xfrm rot="10800000">
              <a:off x="1137392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35EC8A17-161A-52F3-F4A9-DBBB86DC6C17}"/>
                </a:ext>
              </a:extLst>
            </p:cNvPr>
            <p:cNvSpPr/>
            <p:nvPr/>
          </p:nvSpPr>
          <p:spPr>
            <a:xfrm rot="10800000">
              <a:off x="1133047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2D794AC1-E3B5-5BC5-50D1-03D1CB2EA924}"/>
                </a:ext>
              </a:extLst>
            </p:cNvPr>
            <p:cNvSpPr/>
            <p:nvPr/>
          </p:nvSpPr>
          <p:spPr>
            <a:xfrm rot="10800000">
              <a:off x="1128703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FB7F060C-DB78-A9F5-E90C-C2F144895061}"/>
                </a:ext>
              </a:extLst>
            </p:cNvPr>
            <p:cNvSpPr/>
            <p:nvPr/>
          </p:nvSpPr>
          <p:spPr>
            <a:xfrm rot="10800000">
              <a:off x="1124358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EE4882FB-4370-85AD-7574-1A4373173CA0}"/>
                </a:ext>
              </a:extLst>
            </p:cNvPr>
            <p:cNvSpPr/>
            <p:nvPr/>
          </p:nvSpPr>
          <p:spPr>
            <a:xfrm rot="10800000">
              <a:off x="1120013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3C23D4FE-47CE-BC47-7291-20E7D63B222D}"/>
                </a:ext>
              </a:extLst>
            </p:cNvPr>
            <p:cNvSpPr/>
            <p:nvPr/>
          </p:nvSpPr>
          <p:spPr>
            <a:xfrm rot="10800000">
              <a:off x="1115668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0C8F840B-5FA1-787F-A5ED-AF39E9BC9521}"/>
                </a:ext>
              </a:extLst>
            </p:cNvPr>
            <p:cNvSpPr/>
            <p:nvPr/>
          </p:nvSpPr>
          <p:spPr>
            <a:xfrm rot="10800000">
              <a:off x="1111323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672792F1-9E05-B63F-2DEA-A5DE0295C132}"/>
                </a:ext>
              </a:extLst>
            </p:cNvPr>
            <p:cNvSpPr/>
            <p:nvPr/>
          </p:nvSpPr>
          <p:spPr>
            <a:xfrm rot="10800000">
              <a:off x="1106979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757632A1-2A6B-1A61-CED7-6AC55E3AE4FE}"/>
                </a:ext>
              </a:extLst>
            </p:cNvPr>
            <p:cNvSpPr/>
            <p:nvPr/>
          </p:nvSpPr>
          <p:spPr>
            <a:xfrm rot="10800000">
              <a:off x="110263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4CD700AC-2950-4BD9-AEA9-F649F9BFAE92}"/>
                </a:ext>
              </a:extLst>
            </p:cNvPr>
            <p:cNvSpPr/>
            <p:nvPr/>
          </p:nvSpPr>
          <p:spPr>
            <a:xfrm rot="10800000">
              <a:off x="109828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BA817A4-A3E4-94CB-83C3-D6F767DA3FEE}"/>
                </a:ext>
              </a:extLst>
            </p:cNvPr>
            <p:cNvSpPr/>
            <p:nvPr/>
          </p:nvSpPr>
          <p:spPr>
            <a:xfrm rot="10800000">
              <a:off x="109394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225BDD9E-FD33-866E-6890-16110B571DB3}"/>
                </a:ext>
              </a:extLst>
            </p:cNvPr>
            <p:cNvSpPr/>
            <p:nvPr/>
          </p:nvSpPr>
          <p:spPr>
            <a:xfrm>
              <a:off x="1141737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F2C15A61-EF71-9795-61EF-8C1617508400}"/>
                </a:ext>
              </a:extLst>
            </p:cNvPr>
            <p:cNvSpPr/>
            <p:nvPr/>
          </p:nvSpPr>
          <p:spPr>
            <a:xfrm>
              <a:off x="1146082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E632C2E-006D-D2F7-A5C6-ACAAB3CF37B9}"/>
                </a:ext>
              </a:extLst>
            </p:cNvPr>
            <p:cNvSpPr/>
            <p:nvPr/>
          </p:nvSpPr>
          <p:spPr>
            <a:xfrm>
              <a:off x="1150427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E1020044-98D4-DCF6-BADA-41E402526BB2}"/>
                </a:ext>
              </a:extLst>
            </p:cNvPr>
            <p:cNvSpPr/>
            <p:nvPr/>
          </p:nvSpPr>
          <p:spPr>
            <a:xfrm>
              <a:off x="1154771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930D4332-77DE-1477-2E43-28E85958F0DC}"/>
                </a:ext>
              </a:extLst>
            </p:cNvPr>
            <p:cNvSpPr/>
            <p:nvPr/>
          </p:nvSpPr>
          <p:spPr>
            <a:xfrm>
              <a:off x="1163461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DAAD660-5966-CDA2-8611-352F8D64C694}"/>
                </a:ext>
              </a:extLst>
            </p:cNvPr>
            <p:cNvSpPr/>
            <p:nvPr/>
          </p:nvSpPr>
          <p:spPr>
            <a:xfrm>
              <a:off x="1159116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D7629-7829-1ACA-7FA5-F08FD2F78C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76000" y="2007061"/>
            <a:ext cx="8640000" cy="212519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AC3082-5820-F339-AA95-CC102FC67A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977851"/>
            <a:ext cx="12192000" cy="104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9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C0E30FF-66C8-FE1B-6DD1-2B08249DE1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977317"/>
            <a:ext cx="11016000" cy="454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4476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9FC509B4-E51F-329B-2A99-317CD7C621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26802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DAB6E4D-62AB-AA15-F7C2-3F29D666E45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96000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28D82F2-F29C-887B-10F9-D273CE45B16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026802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5987CDC-F8C1-A05A-FC69-A462DA2F99C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96000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E9CFE75-402D-C2FC-1AD5-8D941F181C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026802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38D2D1E-6B09-24DC-B953-EFA4EE8F514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96000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79428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24D4E34D-C781-5CAC-ECB4-7C789CB39AC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2352"/>
            <a:ext cx="12192000" cy="8720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000" y="1064645"/>
            <a:ext cx="11016000" cy="45400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29093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+ 1 Tex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800" y="756000"/>
            <a:ext cx="5245200" cy="738664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8800" y="1829976"/>
            <a:ext cx="5245200" cy="3774694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48237A6D-51C3-E355-8308-D596CBF1D5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7998" y="756000"/>
            <a:ext cx="5245200" cy="4848670"/>
          </a:xfrm>
          <a:custGeom>
            <a:avLst/>
            <a:gdLst>
              <a:gd name="connsiteX0" fmla="*/ 4428704 w 5245200"/>
              <a:gd name="connsiteY0" fmla="*/ 4648972 h 4848670"/>
              <a:gd name="connsiteX1" fmla="*/ 4375398 w 5245200"/>
              <a:gd name="connsiteY1" fmla="*/ 4702972 h 4848670"/>
              <a:gd name="connsiteX2" fmla="*/ 4989488 w 5245200"/>
              <a:gd name="connsiteY2" fmla="*/ 4702972 h 4848670"/>
              <a:gd name="connsiteX3" fmla="*/ 5042794 w 5245200"/>
              <a:gd name="connsiteY3" fmla="*/ 4648972 h 4848670"/>
              <a:gd name="connsiteX4" fmla="*/ 259681 w 5245200"/>
              <a:gd name="connsiteY4" fmla="*/ 147616 h 4848670"/>
              <a:gd name="connsiteX5" fmla="*/ 206375 w 5245200"/>
              <a:gd name="connsiteY5" fmla="*/ 201616 h 4848670"/>
              <a:gd name="connsiteX6" fmla="*/ 820465 w 5245200"/>
              <a:gd name="connsiteY6" fmla="*/ 201616 h 4848670"/>
              <a:gd name="connsiteX7" fmla="*/ 873771 w 5245200"/>
              <a:gd name="connsiteY7" fmla="*/ 147616 h 4848670"/>
              <a:gd name="connsiteX8" fmla="*/ 203208 w 5245200"/>
              <a:gd name="connsiteY8" fmla="*/ 0 h 4848670"/>
              <a:gd name="connsiteX9" fmla="*/ 5245200 w 5245200"/>
              <a:gd name="connsiteY9" fmla="*/ 0 h 4848670"/>
              <a:gd name="connsiteX10" fmla="*/ 5245200 w 5245200"/>
              <a:gd name="connsiteY10" fmla="*/ 4645462 h 4848670"/>
              <a:gd name="connsiteX11" fmla="*/ 5041992 w 5245200"/>
              <a:gd name="connsiteY11" fmla="*/ 4848670 h 4848670"/>
              <a:gd name="connsiteX12" fmla="*/ 0 w 5245200"/>
              <a:gd name="connsiteY12" fmla="*/ 4848670 h 4848670"/>
              <a:gd name="connsiteX13" fmla="*/ 0 w 5245200"/>
              <a:gd name="connsiteY13" fmla="*/ 203208 h 484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45200" h="4848670">
                <a:moveTo>
                  <a:pt x="4428704" y="4648972"/>
                </a:moveTo>
                <a:lnTo>
                  <a:pt x="4375398" y="4702972"/>
                </a:lnTo>
                <a:lnTo>
                  <a:pt x="4989488" y="4702972"/>
                </a:lnTo>
                <a:lnTo>
                  <a:pt x="5042794" y="4648972"/>
                </a:lnTo>
                <a:close/>
                <a:moveTo>
                  <a:pt x="259681" y="147616"/>
                </a:moveTo>
                <a:lnTo>
                  <a:pt x="206375" y="201616"/>
                </a:lnTo>
                <a:lnTo>
                  <a:pt x="820465" y="201616"/>
                </a:lnTo>
                <a:lnTo>
                  <a:pt x="873771" y="147616"/>
                </a:lnTo>
                <a:close/>
                <a:moveTo>
                  <a:pt x="203208" y="0"/>
                </a:moveTo>
                <a:lnTo>
                  <a:pt x="5245200" y="0"/>
                </a:lnTo>
                <a:lnTo>
                  <a:pt x="5245200" y="4645462"/>
                </a:lnTo>
                <a:lnTo>
                  <a:pt x="5041992" y="4848670"/>
                </a:lnTo>
                <a:lnTo>
                  <a:pt x="0" y="4848670"/>
                </a:lnTo>
                <a:lnTo>
                  <a:pt x="0" y="203208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1477683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C8F1ED06-ABC9-15DE-3DFC-435FFD68301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2352"/>
            <a:ext cx="12192000" cy="87206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4252BFC-0528-6EFD-CF4B-B68A893B92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588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7801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DFFA7BA-8B92-63C7-0617-55EAC8E11BC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99601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B3483BC5-601B-9EF8-DA44-7609BAAE9D3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3672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67C4BDF-6CB9-C058-FD2E-216AF7FA4E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90650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73C3076-1B04-8B01-02C5-C7E83957283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33342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5508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3707775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8FF7AA0C-1628-04B2-6EA6-95C12083CDBE}"/>
              </a:ext>
            </a:extLst>
          </p:cNvPr>
          <p:cNvSpPr/>
          <p:nvPr/>
        </p:nvSpPr>
        <p:spPr>
          <a:xfrm>
            <a:off x="10507980" y="2035232"/>
            <a:ext cx="2186940" cy="4066767"/>
          </a:xfrm>
          <a:prstGeom prst="triangle">
            <a:avLst>
              <a:gd name="adj" fmla="val 10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874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s + 3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42B14D8D-4D87-52F8-13C3-24DF77E36B7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32232"/>
            <a:ext cx="12192000" cy="788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44F21C-6A76-4EC9-B1CB-AE2844EC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16A03-4146-5F53-C0DA-9137DF974F0F}"/>
              </a:ext>
            </a:extLst>
          </p:cNvPr>
          <p:cNvSpPr/>
          <p:nvPr/>
        </p:nvSpPr>
        <p:spPr>
          <a:xfrm>
            <a:off x="0" y="1720666"/>
            <a:ext cx="12192000" cy="16378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C84C6E-F9BE-ECD5-4869-B01FD6AB479A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FFDC3944-E18B-AC06-5C2A-7B5D8E56D8B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579345D9-6E7C-5088-149B-38B1214DC31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BB6834DB-5923-334A-8926-5B66A115A866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8FE4BCDB-0B84-365E-7300-1B9799D413C2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5827AC4-BA72-B581-7233-5C5F26E893C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A6334529-E7E5-7866-4A09-6DB117F20F4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216F52D-19DA-813E-FC7B-8F6CC3280F2E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F47C9705-C842-34B2-C62E-A93BB66EC3F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4FAAACF3-0BBD-5EE4-3111-D53D465EC3BD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2BC4FF41-985A-D5EB-2EE2-84228D9BC2B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5797F5-F3DC-EC6B-1705-3E375ED808E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03787C70-7A9E-CF22-96F4-BAB137721EAF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F9F0163-3D81-A513-B47A-A11B93CCE7F6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6498ECF2-BE62-D029-7ECA-57ABE78D4C4B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9F9584FB-E328-225B-5B89-BA3F4914D9E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2E8EBD3-4263-1DFC-65B3-BBD0A43F5F0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AAB9B44-5483-DF54-44F1-3628A96EB604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75772A7-633B-9D97-EE91-776C95F183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7999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F9FC028-4708-885E-114A-D802D74715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86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6FD0906-F55C-1E3B-DB7A-38B3875B4C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84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E0E445E-AD6B-A00F-33DA-9D62E60D3C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05A3C545-AF17-4B49-5ECC-854890DAAB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6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BC7298F-8BC9-1F06-C7EA-DB6BE45A94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84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600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+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EFB1E-7F4C-5FAC-9ACB-A9CC85FBEB9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69688"/>
            <a:ext cx="12192000" cy="55373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0CBF233-7292-62F9-0B19-20FF498A0D5F}"/>
              </a:ext>
            </a:extLst>
          </p:cNvPr>
          <p:cNvSpPr/>
          <p:nvPr/>
        </p:nvSpPr>
        <p:spPr>
          <a:xfrm>
            <a:off x="0" y="1720665"/>
            <a:ext cx="12192000" cy="234051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85077-0DD7-CF05-6283-2D63D04A06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 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CE19D61-03D3-9595-61F3-74B85D3D3C0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7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E84C83D-1F4D-D8FC-E4CD-FFD1E628E3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686CB433-3CFC-CC69-42B0-4862FE01451A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15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D2F4695A-3ABD-3CF2-C0BD-31DAC712E0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16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8B67D75-F6EE-25AA-2056-456E3F070B2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443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50D413D3-6EC2-E5C9-EFA3-64F8324BC48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44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0C72ED-D692-A687-C13B-34B509A3E1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71999" y="1578576"/>
            <a:ext cx="4320000" cy="4073764"/>
          </a:xfr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5400000" scaled="1"/>
          </a:gradFill>
        </p:spPr>
        <p:txBody>
          <a:bodyPr vert="horz" lIns="540000" tIns="360000" rIns="540000" bIns="360000" rtlCol="0">
            <a:noAutofit/>
          </a:bodyPr>
          <a:lstStyle>
            <a:lvl1pPr marL="216000" indent="-216000">
              <a:buFontTx/>
              <a:buBlip>
                <a:blip r:embed="rId3"/>
              </a:buBlip>
              <a:defRPr lang="en-US" sz="2400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</a:lstStyle>
          <a:p>
            <a:pPr marL="0" lvl="0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Title</a:t>
            </a:r>
          </a:p>
          <a:p>
            <a:pPr lvl="1">
              <a:spcBef>
                <a:spcPts val="1200"/>
              </a:spcBef>
              <a:buClrTx/>
            </a:pPr>
            <a:r>
              <a:rPr lang="en-US" dirty="0"/>
              <a:t>Second level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AFE733-1D17-D433-B6A4-2D1DB8DE51AC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1FF5C286-A3F3-8552-53E0-33623573294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454BEA95-E503-A134-5970-4028900C550F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D036B0A8-6297-AD7E-D57D-5A051148A313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D48E0E8B-65FF-C632-2635-7E5442B19077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FD3EF2BA-6E64-76F6-6E09-EC4ABC8587C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245F54C5-B052-73D3-6C7D-278D01D434F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0E3D9EAE-51D2-7060-9A73-4D9A8C4A3CB0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347D14FD-214D-601F-D5ED-7230C1D3465E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1FC57748-74FF-5242-7915-3A644789640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5E393AA9-8A2D-77A9-4038-95A90A22659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07EF7D0-0551-B497-8CD6-118F8DA38BD5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1A9272C-2DB3-E3DE-C21E-800B17B2F85E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D8156300-4934-B7AD-A755-96E9059EE4B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7DB2D5B-C826-89B4-6FCD-5C800E7EF61D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297FB1E-C558-4CD7-3501-325F77FE4611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EFBD691F-CCD9-A819-04A8-F2A7BBBBC1E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55383BEA-7D38-3C54-9F1E-9173C2632C08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893473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textboxe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2853A-BC49-C201-9E3E-46E98164EC5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04760"/>
            <a:ext cx="12192000" cy="1049842"/>
          </a:xfrm>
          <a:prstGeom prst="rect">
            <a:avLst/>
          </a:prstGeom>
        </p:spPr>
      </p:pic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30D17CB2-2739-C617-AD45-E3912CAD98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358525"/>
            <a:ext cx="12192000" cy="2743473"/>
          </a:xfrm>
          <a:prstGeom prst="rect">
            <a:avLst/>
          </a:prstGeom>
          <a:solidFill>
            <a:srgbClr val="ECECEF"/>
          </a:solidFill>
        </p:spPr>
        <p:txBody>
          <a:bodyPr wrap="square" tIns="0" bIns="216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79775-88BC-3818-5D95-5B11998783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3CD707-9A0B-2CF5-C079-BEF0CB78D227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35AD8C6E-20B1-A809-827C-0052C977D962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9C392785-BA90-8D03-76C6-C306A60C5655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6D69FAF0-B979-C60E-2402-6619E928DE5F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E2FA8DB5-C570-5601-055A-CE5923EE1B76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75D8C751-9F82-559A-00FF-2F677B9741F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C43C5A60-AAB5-3FD5-E004-4F5337420E0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B32DCB3D-5B50-CAF5-F3BD-4B79CD083A8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B68BD000-25A7-ECEE-8432-8B667FD4E65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B4067A74-31AE-047C-7E9A-002711B48B6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C92D3405-D6E0-C347-E57B-CF87855E50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1006B9A-43C7-403C-8D13-B58EA500308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9D424315-1566-8B9D-E981-7272C10DCFE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2D6ACB48-A7FB-9774-2D1D-E4BD43B14C82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C2E6044E-3469-2289-9F67-E6C457ABD08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7B5BFBD3-79E0-00DE-73AE-3AD51B0B61B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C85960EC-3773-930D-6703-BEBD7BA2A8D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385AA103-76C9-ACFF-10CB-CE85CA60797A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C81E6365-421C-018C-B5CE-B1E8F1749C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998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8A82B05-DCC3-7CBE-78A4-DB40ED3B1849}"/>
              </a:ext>
            </a:extLst>
          </p:cNvPr>
          <p:cNvSpPr/>
          <p:nvPr/>
        </p:nvSpPr>
        <p:spPr>
          <a:xfrm>
            <a:off x="1036388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5919B8-E7D8-2E80-5011-3951A602996A}"/>
              </a:ext>
            </a:extLst>
          </p:cNvPr>
          <p:cNvGrpSpPr/>
          <p:nvPr/>
        </p:nvGrpSpPr>
        <p:grpSpPr>
          <a:xfrm>
            <a:off x="4873476" y="3284219"/>
            <a:ext cx="920602" cy="74305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72527DA1-5756-4FE1-47A7-E71A3FEF4B71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D652E994-8427-AE9A-9503-CBD4C4AED01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3588D7F-6CF6-0A97-142A-DD911F2FFDD7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D03E128F-D04E-988A-7041-EB5A3E74D341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096FCC49-B81B-62F6-17BD-4328F175F74F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D68D970-84F5-33A9-A90D-4A5E18845120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8D99D4EA-232F-06E1-D854-2F7E32697CB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3BE056EE-A89E-28F0-3980-601093F08B51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F7470B4B-0B40-6723-DA85-6EBCBAEB048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AE8BBCB-2669-4206-9E90-95D56AAD75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ADA5B50-D55B-1327-704B-CC0FF740D0C2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3C16DD71-620C-8863-F329-35D3481DC0C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8327EE15-AE9F-0FAD-CC8E-8D10970315A0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BAB9A9B0-ED0C-984C-D360-1BE663244808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DE0CCEB7-EC83-AF6E-67C6-1CFF311B3245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E6FED54B-0F3B-95EF-8871-34E7A387384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1BD78EC9-C24D-36EF-14BF-D55DDE9307F9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7" name="Text Placeholder 65">
            <a:extLst>
              <a:ext uri="{FF2B5EF4-FFF2-40B4-BE49-F238E27FC236}">
                <a16:creationId xmlns:a16="http://schemas.microsoft.com/office/drawing/2014/main" id="{04990BCB-13B0-6825-976C-EF18813DF7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6000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Parallelogram 67">
            <a:extLst>
              <a:ext uri="{FF2B5EF4-FFF2-40B4-BE49-F238E27FC236}">
                <a16:creationId xmlns:a16="http://schemas.microsoft.com/office/drawing/2014/main" id="{BE59802F-051F-1D3D-233F-5F1B9556E21E}"/>
              </a:ext>
            </a:extLst>
          </p:cNvPr>
          <p:cNvSpPr/>
          <p:nvPr/>
        </p:nvSpPr>
        <p:spPr>
          <a:xfrm>
            <a:off x="6724390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73C1190-8A05-B6B1-9949-675A79A9CE59}"/>
              </a:ext>
            </a:extLst>
          </p:cNvPr>
          <p:cNvGrpSpPr/>
          <p:nvPr/>
        </p:nvGrpSpPr>
        <p:grpSpPr>
          <a:xfrm>
            <a:off x="10561478" y="3284219"/>
            <a:ext cx="920602" cy="74305"/>
            <a:chOff x="696000" y="1460737"/>
            <a:chExt cx="920602" cy="112014"/>
          </a:xfrm>
        </p:grpSpPr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CB5FD786-6DDE-63D5-2AAE-91AFFF211B5A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95026B7C-2B7A-1EA5-868D-75D288BE6F5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697C3B1E-A60F-CD72-CCB3-6AB47AB86629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10C16C27-6AF2-52C7-318A-634369D6910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7AC61264-90A3-8854-8F48-7B4175004DC8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F81B55F-7E5E-0F0A-F071-B0221A42BCA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EC62F885-2803-8BB4-CF11-FE3EA9B0BAC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A0428056-33BF-60EE-49CD-E3437C792116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E04E4A3C-CF84-BA33-F794-7E85044D1EBA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9D518E5D-6A4F-7C83-D2B0-B24149922C01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4CBFB45-888B-9CE6-3666-1AA0EA024FA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8639E0E5-7A56-0E5E-63F6-9C4A1BDAE14A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2" name="Parallelogram 81">
              <a:extLst>
                <a:ext uri="{FF2B5EF4-FFF2-40B4-BE49-F238E27FC236}">
                  <a16:creationId xmlns:a16="http://schemas.microsoft.com/office/drawing/2014/main" id="{0B8D335A-95D8-96F9-9BEA-BC3103C6254B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3" name="Parallelogram 82">
              <a:extLst>
                <a:ext uri="{FF2B5EF4-FFF2-40B4-BE49-F238E27FC236}">
                  <a16:creationId xmlns:a16="http://schemas.microsoft.com/office/drawing/2014/main" id="{1AE99D33-083B-EE23-B589-3FF9D2C0950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4" name="Parallelogram 83">
              <a:extLst>
                <a:ext uri="{FF2B5EF4-FFF2-40B4-BE49-F238E27FC236}">
                  <a16:creationId xmlns:a16="http://schemas.microsoft.com/office/drawing/2014/main" id="{F6183C56-9551-683A-09EB-18262FD5240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5" name="Parallelogram 84">
              <a:extLst>
                <a:ext uri="{FF2B5EF4-FFF2-40B4-BE49-F238E27FC236}">
                  <a16:creationId xmlns:a16="http://schemas.microsoft.com/office/drawing/2014/main" id="{48CE29AF-5DE7-0CD4-85E4-ECD3406109B1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6" name="Parallelogram 85">
              <a:extLst>
                <a:ext uri="{FF2B5EF4-FFF2-40B4-BE49-F238E27FC236}">
                  <a16:creationId xmlns:a16="http://schemas.microsoft.com/office/drawing/2014/main" id="{8C95D847-0DA5-AD49-C523-1C189FD62BD3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43500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200DF0-4F7F-C342-7F47-A55CFECDB887}"/>
              </a:ext>
            </a:extLst>
          </p:cNvPr>
          <p:cNvSpPr/>
          <p:nvPr/>
        </p:nvSpPr>
        <p:spPr>
          <a:xfrm>
            <a:off x="0" y="0"/>
            <a:ext cx="6096000" cy="6101998"/>
          </a:xfrm>
          <a:prstGeom prst="rect">
            <a:avLst/>
          </a:prstGeom>
          <a:gradFill flip="none" rotWithShape="1"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D77F530-EA1D-7650-4E2C-FABF39338F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000" y="1145650"/>
            <a:ext cx="4968000" cy="4540025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B13D357-30AB-D48C-0F86-A084C4FD01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3998" y="1145649"/>
            <a:ext cx="4968001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E2793-489B-8C33-B75F-CF4C9090E1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342B54C-873A-B0F6-AFBF-6A18BD2AAD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83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</p:spTree>
    <p:extLst>
      <p:ext uri="{BB962C8B-B14F-4D97-AF65-F5344CB8AC3E}">
        <p14:creationId xmlns:p14="http://schemas.microsoft.com/office/powerpoint/2010/main" val="1164903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cial Networks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C92611-765F-4938-04C4-9A93579A0D9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753861"/>
            <a:ext cx="12192000" cy="58965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98F3710-4348-B002-9801-54B01B911A81}"/>
              </a:ext>
            </a:extLst>
          </p:cNvPr>
          <p:cNvSpPr/>
          <p:nvPr/>
        </p:nvSpPr>
        <p:spPr>
          <a:xfrm flipH="1">
            <a:off x="0" y="3429000"/>
            <a:ext cx="12192000" cy="2673000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7CCA3-8D7C-3F99-EBC8-AE0184FEDB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486" b="16223"/>
          <a:stretch/>
        </p:blipFill>
        <p:spPr>
          <a:xfrm>
            <a:off x="4387850" y="322433"/>
            <a:ext cx="7581900" cy="5784329"/>
          </a:xfrm>
          <a:prstGeom prst="rect">
            <a:avLst/>
          </a:prstGeom>
        </p:spPr>
      </p:pic>
      <p:sp>
        <p:nvSpPr>
          <p:cNvPr id="26" name="Rectangle: Rounded Corners 25">
            <a:hlinkClick r:id="rId4"/>
            <a:extLst>
              <a:ext uri="{FF2B5EF4-FFF2-40B4-BE49-F238E27FC236}">
                <a16:creationId xmlns:a16="http://schemas.microsoft.com/office/drawing/2014/main" id="{A0A56E25-BACC-941A-07FF-B2924EEE0A4B}"/>
              </a:ext>
            </a:extLst>
          </p:cNvPr>
          <p:cNvSpPr/>
          <p:nvPr/>
        </p:nvSpPr>
        <p:spPr>
          <a:xfrm>
            <a:off x="588000" y="3141000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F73478-4B42-86E1-C5C1-D1452156DBA8}"/>
              </a:ext>
            </a:extLst>
          </p:cNvPr>
          <p:cNvGrpSpPr/>
          <p:nvPr/>
        </p:nvGrpSpPr>
        <p:grpSpPr>
          <a:xfrm>
            <a:off x="671550" y="4428000"/>
            <a:ext cx="675000" cy="675000"/>
            <a:chOff x="671550" y="4428000"/>
            <a:chExt cx="675000" cy="675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F9F3573-2E23-6B37-3C1D-06E6E2FB5440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aphic 36">
              <a:extLst>
                <a:ext uri="{FF2B5EF4-FFF2-40B4-BE49-F238E27FC236}">
                  <a16:creationId xmlns:a16="http://schemas.microsoft.com/office/drawing/2014/main" id="{F2D16415-197B-E091-7A95-D7B79C5C9FFE}"/>
                </a:ext>
              </a:extLst>
            </p:cNvPr>
            <p:cNvGrpSpPr/>
            <p:nvPr/>
          </p:nvGrpSpPr>
          <p:grpSpPr>
            <a:xfrm>
              <a:off x="880295" y="4633340"/>
              <a:ext cx="257511" cy="257042"/>
              <a:chOff x="692960" y="4421656"/>
              <a:chExt cx="679218" cy="677982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611B14F-1F29-C671-7DFE-638D31ADC8DA}"/>
                  </a:ext>
                </a:extLst>
              </p:cNvPr>
              <p:cNvSpPr/>
              <p:nvPr/>
            </p:nvSpPr>
            <p:spPr>
              <a:xfrm>
                <a:off x="692960" y="4421656"/>
                <a:ext cx="163232" cy="677982"/>
              </a:xfrm>
              <a:custGeom>
                <a:avLst/>
                <a:gdLst>
                  <a:gd name="connsiteX0" fmla="*/ 11172 w 163232"/>
                  <a:gd name="connsiteY0" fmla="*/ 225119 h 677982"/>
                  <a:gd name="connsiteX1" fmla="*/ 152061 w 163232"/>
                  <a:gd name="connsiteY1" fmla="*/ 225119 h 677982"/>
                  <a:gd name="connsiteX2" fmla="*/ 152061 w 163232"/>
                  <a:gd name="connsiteY2" fmla="*/ 677983 h 677982"/>
                  <a:gd name="connsiteX3" fmla="*/ 11172 w 163232"/>
                  <a:gd name="connsiteY3" fmla="*/ 677983 h 677982"/>
                  <a:gd name="connsiteX4" fmla="*/ 11172 w 163232"/>
                  <a:gd name="connsiteY4" fmla="*/ 225119 h 677982"/>
                  <a:gd name="connsiteX5" fmla="*/ 81655 w 163232"/>
                  <a:gd name="connsiteY5" fmla="*/ 0 h 677982"/>
                  <a:gd name="connsiteX6" fmla="*/ 163232 w 163232"/>
                  <a:gd name="connsiteY6" fmla="*/ 81617 h 677982"/>
                  <a:gd name="connsiteX7" fmla="*/ 81655 w 163232"/>
                  <a:gd name="connsiteY7" fmla="*/ 163246 h 677982"/>
                  <a:gd name="connsiteX8" fmla="*/ 0 w 163232"/>
                  <a:gd name="connsiteY8" fmla="*/ 81617 h 677982"/>
                  <a:gd name="connsiteX9" fmla="*/ 81655 w 163232"/>
                  <a:gd name="connsiteY9" fmla="*/ 0 h 67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3232" h="677982">
                    <a:moveTo>
                      <a:pt x="11172" y="225119"/>
                    </a:moveTo>
                    <a:lnTo>
                      <a:pt x="152061" y="225119"/>
                    </a:lnTo>
                    <a:lnTo>
                      <a:pt x="152061" y="677983"/>
                    </a:lnTo>
                    <a:lnTo>
                      <a:pt x="11172" y="677983"/>
                    </a:lnTo>
                    <a:lnTo>
                      <a:pt x="11172" y="225119"/>
                    </a:lnTo>
                    <a:close/>
                    <a:moveTo>
                      <a:pt x="81655" y="0"/>
                    </a:moveTo>
                    <a:cubicBezTo>
                      <a:pt x="126679" y="0"/>
                      <a:pt x="163232" y="36567"/>
                      <a:pt x="163232" y="81617"/>
                    </a:cubicBezTo>
                    <a:cubicBezTo>
                      <a:pt x="163232" y="126679"/>
                      <a:pt x="126679" y="163246"/>
                      <a:pt x="81655" y="163246"/>
                    </a:cubicBezTo>
                    <a:cubicBezTo>
                      <a:pt x="36451" y="163246"/>
                      <a:pt x="0" y="126680"/>
                      <a:pt x="0" y="81617"/>
                    </a:cubicBezTo>
                    <a:cubicBezTo>
                      <a:pt x="0" y="36567"/>
                      <a:pt x="36451" y="0"/>
                      <a:pt x="81655" y="0"/>
                    </a:cubicBezTo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D2A163E-3DEA-4B3A-6030-FF3145A634F5}"/>
                  </a:ext>
                </a:extLst>
              </p:cNvPr>
              <p:cNvSpPr/>
              <p:nvPr/>
            </p:nvSpPr>
            <p:spPr>
              <a:xfrm>
                <a:off x="933318" y="4635537"/>
                <a:ext cx="438860" cy="464101"/>
              </a:xfrm>
              <a:custGeom>
                <a:avLst/>
                <a:gdLst>
                  <a:gd name="connsiteX0" fmla="*/ 0 w 438860"/>
                  <a:gd name="connsiteY0" fmla="*/ 11237 h 464101"/>
                  <a:gd name="connsiteX1" fmla="*/ 134918 w 438860"/>
                  <a:gd name="connsiteY1" fmla="*/ 11237 h 464101"/>
                  <a:gd name="connsiteX2" fmla="*/ 134918 w 438860"/>
                  <a:gd name="connsiteY2" fmla="*/ 73148 h 464101"/>
                  <a:gd name="connsiteX3" fmla="*/ 136847 w 438860"/>
                  <a:gd name="connsiteY3" fmla="*/ 73148 h 464101"/>
                  <a:gd name="connsiteX4" fmla="*/ 270015 w 438860"/>
                  <a:gd name="connsiteY4" fmla="*/ 0 h 464101"/>
                  <a:gd name="connsiteX5" fmla="*/ 438861 w 438860"/>
                  <a:gd name="connsiteY5" fmla="*/ 215736 h 464101"/>
                  <a:gd name="connsiteX6" fmla="*/ 438861 w 438860"/>
                  <a:gd name="connsiteY6" fmla="*/ 464101 h 464101"/>
                  <a:gd name="connsiteX7" fmla="*/ 298125 w 438860"/>
                  <a:gd name="connsiteY7" fmla="*/ 464101 h 464101"/>
                  <a:gd name="connsiteX8" fmla="*/ 298125 w 438860"/>
                  <a:gd name="connsiteY8" fmla="*/ 243873 h 464101"/>
                  <a:gd name="connsiteX9" fmla="*/ 224991 w 438860"/>
                  <a:gd name="connsiteY9" fmla="*/ 123796 h 464101"/>
                  <a:gd name="connsiteX10" fmla="*/ 140580 w 438860"/>
                  <a:gd name="connsiteY10" fmla="*/ 240114 h 464101"/>
                  <a:gd name="connsiteX11" fmla="*/ 140580 w 438860"/>
                  <a:gd name="connsiteY11" fmla="*/ 464101 h 464101"/>
                  <a:gd name="connsiteX12" fmla="*/ 0 w 438860"/>
                  <a:gd name="connsiteY12" fmla="*/ 464101 h 464101"/>
                  <a:gd name="connsiteX13" fmla="*/ 0 w 438860"/>
                  <a:gd name="connsiteY13" fmla="*/ 11237 h 464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8860" h="464101">
                    <a:moveTo>
                      <a:pt x="0" y="11237"/>
                    </a:moveTo>
                    <a:lnTo>
                      <a:pt x="134918" y="11237"/>
                    </a:lnTo>
                    <a:lnTo>
                      <a:pt x="134918" y="73148"/>
                    </a:lnTo>
                    <a:lnTo>
                      <a:pt x="136847" y="73148"/>
                    </a:lnTo>
                    <a:cubicBezTo>
                      <a:pt x="155613" y="37545"/>
                      <a:pt x="201538" y="0"/>
                      <a:pt x="270015" y="0"/>
                    </a:cubicBezTo>
                    <a:cubicBezTo>
                      <a:pt x="412524" y="0"/>
                      <a:pt x="438861" y="93769"/>
                      <a:pt x="438861" y="215736"/>
                    </a:cubicBezTo>
                    <a:lnTo>
                      <a:pt x="438861" y="464101"/>
                    </a:lnTo>
                    <a:lnTo>
                      <a:pt x="298125" y="464101"/>
                    </a:lnTo>
                    <a:lnTo>
                      <a:pt x="298125" y="243873"/>
                    </a:lnTo>
                    <a:cubicBezTo>
                      <a:pt x="298125" y="191358"/>
                      <a:pt x="297224" y="123796"/>
                      <a:pt x="224991" y="123796"/>
                    </a:cubicBezTo>
                    <a:cubicBezTo>
                      <a:pt x="151754" y="123796"/>
                      <a:pt x="140580" y="181035"/>
                      <a:pt x="140580" y="240114"/>
                    </a:cubicBezTo>
                    <a:lnTo>
                      <a:pt x="140580" y="464101"/>
                    </a:lnTo>
                    <a:lnTo>
                      <a:pt x="0" y="464101"/>
                    </a:lnTo>
                    <a:lnTo>
                      <a:pt x="0" y="11237"/>
                    </a:lnTo>
                    <a:close/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Oval 30">
              <a:hlinkClick r:id="rId5"/>
              <a:extLst>
                <a:ext uri="{FF2B5EF4-FFF2-40B4-BE49-F238E27FC236}">
                  <a16:creationId xmlns:a16="http://schemas.microsoft.com/office/drawing/2014/main" id="{EAB8E4C6-7BE3-51ED-ABFC-964F6AE3729B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0508168-1FBD-BCA0-1DED-C778795906F2}"/>
              </a:ext>
            </a:extLst>
          </p:cNvPr>
          <p:cNvGrpSpPr/>
          <p:nvPr/>
        </p:nvGrpSpPr>
        <p:grpSpPr>
          <a:xfrm>
            <a:off x="1542850" y="4428000"/>
            <a:ext cx="675000" cy="675000"/>
            <a:chOff x="1542850" y="4428000"/>
            <a:chExt cx="675000" cy="675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4085314-3E35-DF8C-8E5B-1C7C3F36FB79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Graphic 84">
              <a:extLst>
                <a:ext uri="{FF2B5EF4-FFF2-40B4-BE49-F238E27FC236}">
                  <a16:creationId xmlns:a16="http://schemas.microsoft.com/office/drawing/2014/main" id="{4871053C-AB8F-A852-D3EF-93A5716708BA}"/>
                </a:ext>
              </a:extLst>
            </p:cNvPr>
            <p:cNvSpPr/>
            <p:nvPr/>
          </p:nvSpPr>
          <p:spPr>
            <a:xfrm>
              <a:off x="1781995" y="4581085"/>
              <a:ext cx="196710" cy="368831"/>
            </a:xfrm>
            <a:custGeom>
              <a:avLst/>
              <a:gdLst>
                <a:gd name="connsiteX0" fmla="*/ 85005 w 304800"/>
                <a:gd name="connsiteY0" fmla="*/ 571500 h 571500"/>
                <a:gd name="connsiteX1" fmla="*/ 85005 w 304800"/>
                <a:gd name="connsiteY1" fmla="*/ 323850 h 571500"/>
                <a:gd name="connsiteX2" fmla="*/ 0 w 304800"/>
                <a:gd name="connsiteY2" fmla="*/ 323850 h 571500"/>
                <a:gd name="connsiteX3" fmla="*/ 0 w 304800"/>
                <a:gd name="connsiteY3" fmla="*/ 209550 h 571500"/>
                <a:gd name="connsiteX4" fmla="*/ 85005 w 304800"/>
                <a:gd name="connsiteY4" fmla="*/ 209550 h 571500"/>
                <a:gd name="connsiteX5" fmla="*/ 85005 w 304800"/>
                <a:gd name="connsiteY5" fmla="*/ 129730 h 571500"/>
                <a:gd name="connsiteX6" fmla="*/ 217613 w 304800"/>
                <a:gd name="connsiteY6" fmla="*/ 0 h 571500"/>
                <a:gd name="connsiteX7" fmla="*/ 296005 w 304800"/>
                <a:gd name="connsiteY7" fmla="*/ 4003 h 571500"/>
                <a:gd name="connsiteX8" fmla="*/ 296005 w 304800"/>
                <a:gd name="connsiteY8" fmla="*/ 94869 h 571500"/>
                <a:gd name="connsiteX9" fmla="*/ 242210 w 304800"/>
                <a:gd name="connsiteY9" fmla="*/ 94893 h 571500"/>
                <a:gd name="connsiteX10" fmla="*/ 190500 w 304800"/>
                <a:gd name="connsiteY10" fmla="*/ 144353 h 571500"/>
                <a:gd name="connsiteX11" fmla="*/ 190500 w 304800"/>
                <a:gd name="connsiteY11" fmla="*/ 209550 h 571500"/>
                <a:gd name="connsiteX12" fmla="*/ 304800 w 304800"/>
                <a:gd name="connsiteY12" fmla="*/ 209550 h 571500"/>
                <a:gd name="connsiteX13" fmla="*/ 266700 w 304800"/>
                <a:gd name="connsiteY13" fmla="*/ 323850 h 571500"/>
                <a:gd name="connsiteX14" fmla="*/ 190500 w 304800"/>
                <a:gd name="connsiteY14" fmla="*/ 323850 h 571500"/>
                <a:gd name="connsiteX15" fmla="*/ 190500 w 304800"/>
                <a:gd name="connsiteY15" fmla="*/ 571500 h 571500"/>
                <a:gd name="connsiteX16" fmla="*/ 85005 w 304800"/>
                <a:gd name="connsiteY1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4800" h="571500">
                  <a:moveTo>
                    <a:pt x="85005" y="571500"/>
                  </a:moveTo>
                  <a:lnTo>
                    <a:pt x="85005" y="323850"/>
                  </a:lnTo>
                  <a:lnTo>
                    <a:pt x="0" y="323850"/>
                  </a:lnTo>
                  <a:lnTo>
                    <a:pt x="0" y="209550"/>
                  </a:lnTo>
                  <a:lnTo>
                    <a:pt x="85005" y="209550"/>
                  </a:lnTo>
                  <a:lnTo>
                    <a:pt x="85005" y="129730"/>
                  </a:lnTo>
                  <a:cubicBezTo>
                    <a:pt x="85005" y="42782"/>
                    <a:pt x="140049" y="0"/>
                    <a:pt x="217613" y="0"/>
                  </a:cubicBezTo>
                  <a:cubicBezTo>
                    <a:pt x="254767" y="0"/>
                    <a:pt x="286699" y="2766"/>
                    <a:pt x="296005" y="4003"/>
                  </a:cubicBezTo>
                  <a:lnTo>
                    <a:pt x="296005" y="94869"/>
                  </a:lnTo>
                  <a:lnTo>
                    <a:pt x="242210" y="94893"/>
                  </a:lnTo>
                  <a:cubicBezTo>
                    <a:pt x="200026" y="94893"/>
                    <a:pt x="190500" y="114938"/>
                    <a:pt x="190500" y="144353"/>
                  </a:cubicBezTo>
                  <a:lnTo>
                    <a:pt x="190500" y="209550"/>
                  </a:lnTo>
                  <a:lnTo>
                    <a:pt x="304800" y="209550"/>
                  </a:lnTo>
                  <a:lnTo>
                    <a:pt x="266700" y="323850"/>
                  </a:lnTo>
                  <a:lnTo>
                    <a:pt x="190500" y="323850"/>
                  </a:lnTo>
                  <a:lnTo>
                    <a:pt x="190500" y="571500"/>
                  </a:lnTo>
                  <a:lnTo>
                    <a:pt x="85005" y="57150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Oval 36">
              <a:hlinkClick r:id="rId6"/>
              <a:extLst>
                <a:ext uri="{FF2B5EF4-FFF2-40B4-BE49-F238E27FC236}">
                  <a16:creationId xmlns:a16="http://schemas.microsoft.com/office/drawing/2014/main" id="{59DE552B-DD41-E6A5-FE2C-1B4E1B2BE8CB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1B401F0-7B23-0E70-A987-C44C85E3F865}"/>
              </a:ext>
            </a:extLst>
          </p:cNvPr>
          <p:cNvGrpSpPr/>
          <p:nvPr/>
        </p:nvGrpSpPr>
        <p:grpSpPr>
          <a:xfrm>
            <a:off x="3285450" y="4428000"/>
            <a:ext cx="675000" cy="675000"/>
            <a:chOff x="3285450" y="4428000"/>
            <a:chExt cx="675000" cy="675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8E769EA-0469-B4D5-0733-CA1925393D9E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DC4604B-DFB2-69D1-0C48-0E7E980498AC}"/>
                </a:ext>
              </a:extLst>
            </p:cNvPr>
            <p:cNvSpPr/>
            <p:nvPr/>
          </p:nvSpPr>
          <p:spPr>
            <a:xfrm>
              <a:off x="3454191" y="4646806"/>
              <a:ext cx="337518" cy="237389"/>
            </a:xfrm>
            <a:custGeom>
              <a:avLst/>
              <a:gdLst>
                <a:gd name="connsiteX0" fmla="*/ 376473 w 948974"/>
                <a:gd name="connsiteY0" fmla="*/ 190180 h 667449"/>
                <a:gd name="connsiteX1" fmla="*/ 376517 w 948974"/>
                <a:gd name="connsiteY1" fmla="*/ 456817 h 667449"/>
                <a:gd name="connsiteX2" fmla="*/ 632890 w 948974"/>
                <a:gd name="connsiteY2" fmla="*/ 323963 h 667449"/>
                <a:gd name="connsiteX3" fmla="*/ 474281 w 948974"/>
                <a:gd name="connsiteY3" fmla="*/ 0 h 667449"/>
                <a:gd name="connsiteX4" fmla="*/ 474693 w 948974"/>
                <a:gd name="connsiteY4" fmla="*/ 0 h 667449"/>
                <a:gd name="connsiteX5" fmla="*/ 806688 w 948974"/>
                <a:gd name="connsiteY5" fmla="*/ 9599 h 667449"/>
                <a:gd name="connsiteX6" fmla="*/ 901772 w 948974"/>
                <a:gd name="connsiteY6" fmla="*/ 49796 h 667449"/>
                <a:gd name="connsiteX7" fmla="*/ 939498 w 948974"/>
                <a:gd name="connsiteY7" fmla="*/ 143989 h 667449"/>
                <a:gd name="connsiteX8" fmla="*/ 948974 w 948974"/>
                <a:gd name="connsiteY8" fmla="*/ 297577 h 667449"/>
                <a:gd name="connsiteX9" fmla="*/ 948974 w 948974"/>
                <a:gd name="connsiteY9" fmla="*/ 369572 h 667449"/>
                <a:gd name="connsiteX10" fmla="*/ 939498 w 948974"/>
                <a:gd name="connsiteY10" fmla="*/ 523160 h 667449"/>
                <a:gd name="connsiteX11" fmla="*/ 901772 w 948974"/>
                <a:gd name="connsiteY11" fmla="*/ 617353 h 667449"/>
                <a:gd name="connsiteX12" fmla="*/ 806688 w 948974"/>
                <a:gd name="connsiteY12" fmla="*/ 657550 h 667449"/>
                <a:gd name="connsiteX13" fmla="*/ 474488 w 948974"/>
                <a:gd name="connsiteY13" fmla="*/ 667449 h 667449"/>
                <a:gd name="connsiteX14" fmla="*/ 151839 w 948974"/>
                <a:gd name="connsiteY14" fmla="*/ 657916 h 667449"/>
                <a:gd name="connsiteX15" fmla="*/ 47202 w 948974"/>
                <a:gd name="connsiteY15" fmla="*/ 617353 h 667449"/>
                <a:gd name="connsiteX16" fmla="*/ 9491 w 948974"/>
                <a:gd name="connsiteY16" fmla="*/ 523160 h 667449"/>
                <a:gd name="connsiteX17" fmla="*/ 0 w 948974"/>
                <a:gd name="connsiteY17" fmla="*/ 369572 h 667449"/>
                <a:gd name="connsiteX18" fmla="*/ 0 w 948974"/>
                <a:gd name="connsiteY18" fmla="*/ 297577 h 667449"/>
                <a:gd name="connsiteX19" fmla="*/ 9490 w 948974"/>
                <a:gd name="connsiteY19" fmla="*/ 143989 h 667449"/>
                <a:gd name="connsiteX20" fmla="*/ 47202 w 948974"/>
                <a:gd name="connsiteY20" fmla="*/ 49796 h 667449"/>
                <a:gd name="connsiteX21" fmla="*/ 142286 w 948974"/>
                <a:gd name="connsiteY21" fmla="*/ 9599 h 667449"/>
                <a:gd name="connsiteX22" fmla="*/ 474281 w 948974"/>
                <a:gd name="connsiteY22" fmla="*/ 0 h 667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8974" h="667449">
                  <a:moveTo>
                    <a:pt x="376473" y="190180"/>
                  </a:moveTo>
                  <a:lnTo>
                    <a:pt x="376517" y="456817"/>
                  </a:lnTo>
                  <a:lnTo>
                    <a:pt x="632890" y="323963"/>
                  </a:lnTo>
                  <a:close/>
                  <a:moveTo>
                    <a:pt x="474281" y="0"/>
                  </a:moveTo>
                  <a:lnTo>
                    <a:pt x="474693" y="0"/>
                  </a:lnTo>
                  <a:cubicBezTo>
                    <a:pt x="474693" y="0"/>
                    <a:pt x="673893" y="0"/>
                    <a:pt x="806688" y="9599"/>
                  </a:cubicBezTo>
                  <a:cubicBezTo>
                    <a:pt x="825238" y="11812"/>
                    <a:pt x="865686" y="11999"/>
                    <a:pt x="901772" y="49796"/>
                  </a:cubicBezTo>
                  <a:cubicBezTo>
                    <a:pt x="930224" y="78594"/>
                    <a:pt x="939498" y="143989"/>
                    <a:pt x="939498" y="143989"/>
                  </a:cubicBezTo>
                  <a:cubicBezTo>
                    <a:pt x="939498" y="143989"/>
                    <a:pt x="948974" y="220783"/>
                    <a:pt x="948974" y="297577"/>
                  </a:cubicBezTo>
                  <a:lnTo>
                    <a:pt x="948974" y="369572"/>
                  </a:lnTo>
                  <a:cubicBezTo>
                    <a:pt x="948974" y="446366"/>
                    <a:pt x="939498" y="523160"/>
                    <a:pt x="939498" y="523160"/>
                  </a:cubicBezTo>
                  <a:cubicBezTo>
                    <a:pt x="939498" y="523160"/>
                    <a:pt x="930224" y="588555"/>
                    <a:pt x="901772" y="617353"/>
                  </a:cubicBezTo>
                  <a:cubicBezTo>
                    <a:pt x="865687" y="655150"/>
                    <a:pt x="825238" y="655337"/>
                    <a:pt x="806688" y="657550"/>
                  </a:cubicBezTo>
                  <a:cubicBezTo>
                    <a:pt x="673893" y="667149"/>
                    <a:pt x="474488" y="667449"/>
                    <a:pt x="474488" y="667449"/>
                  </a:cubicBezTo>
                  <a:cubicBezTo>
                    <a:pt x="474488" y="667449"/>
                    <a:pt x="227759" y="665196"/>
                    <a:pt x="151839" y="657916"/>
                  </a:cubicBezTo>
                  <a:cubicBezTo>
                    <a:pt x="130719" y="653955"/>
                    <a:pt x="83301" y="655150"/>
                    <a:pt x="47202" y="617353"/>
                  </a:cubicBezTo>
                  <a:cubicBezTo>
                    <a:pt x="18749" y="588555"/>
                    <a:pt x="9491" y="523160"/>
                    <a:pt x="9491" y="523160"/>
                  </a:cubicBezTo>
                  <a:cubicBezTo>
                    <a:pt x="9491" y="523160"/>
                    <a:pt x="0" y="446366"/>
                    <a:pt x="0" y="369572"/>
                  </a:cubicBezTo>
                  <a:lnTo>
                    <a:pt x="0" y="297577"/>
                  </a:lnTo>
                  <a:cubicBezTo>
                    <a:pt x="0" y="220783"/>
                    <a:pt x="9490" y="143989"/>
                    <a:pt x="9490" y="143989"/>
                  </a:cubicBezTo>
                  <a:cubicBezTo>
                    <a:pt x="9490" y="143989"/>
                    <a:pt x="18749" y="78594"/>
                    <a:pt x="47202" y="49796"/>
                  </a:cubicBezTo>
                  <a:cubicBezTo>
                    <a:pt x="83301" y="11999"/>
                    <a:pt x="123735" y="11812"/>
                    <a:pt x="142286" y="9599"/>
                  </a:cubicBezTo>
                  <a:cubicBezTo>
                    <a:pt x="275085" y="0"/>
                    <a:pt x="474281" y="0"/>
                    <a:pt x="474281" y="0"/>
                  </a:cubicBezTo>
                  <a:close/>
                </a:path>
              </a:pathLst>
            </a:custGeom>
            <a:solidFill>
              <a:schemeClr val="bg1"/>
            </a:solidFill>
            <a:ln w="196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Oval 44">
              <a:hlinkClick r:id="rId7"/>
              <a:extLst>
                <a:ext uri="{FF2B5EF4-FFF2-40B4-BE49-F238E27FC236}">
                  <a16:creationId xmlns:a16="http://schemas.microsoft.com/office/drawing/2014/main" id="{A08C08EA-BEDD-D50E-04EB-BB6C89AC4CD6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5FB0E-905F-A9EF-8748-B0C96DC09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000" y="1502651"/>
            <a:ext cx="3456000" cy="110799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3600" b="0" baseline="0"/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27" name="Groupe 26"/>
          <p:cNvGrpSpPr/>
          <p:nvPr/>
        </p:nvGrpSpPr>
        <p:grpSpPr>
          <a:xfrm>
            <a:off x="2414150" y="4428000"/>
            <a:ext cx="675000" cy="675000"/>
            <a:chOff x="2414150" y="4428000"/>
            <a:chExt cx="675000" cy="675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749DE65-19B7-81BD-D406-55281469FA3E}"/>
                </a:ext>
              </a:extLst>
            </p:cNvPr>
            <p:cNvSpPr/>
            <p:nvPr/>
          </p:nvSpPr>
          <p:spPr>
            <a:xfrm>
              <a:off x="24141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Image 4"/>
            <p:cNvPicPr>
              <a:picLocks noChangeAspect="1"/>
            </p:cNvPicPr>
            <p:nvPr userDrawn="1"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6567" y="4599119"/>
              <a:ext cx="330166" cy="3374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2307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35CA0C-32FF-6FFD-8511-3713F4A7BA89}"/>
              </a:ext>
            </a:extLst>
          </p:cNvPr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1726DB-1EEC-EB10-19D3-7CE5393C861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988913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760" y="3184018"/>
            <a:ext cx="5040000" cy="307777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/>
        </p:nvSpPr>
        <p:spPr>
          <a:xfrm>
            <a:off x="5765062" y="2876242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8760" y="3603118"/>
            <a:ext cx="5040000" cy="246221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87837" y="4226051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87837" y="4516563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3837" y="4226051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3837" y="4516563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13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a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763325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/>
        </p:nvSpPr>
        <p:spPr>
          <a:xfrm>
            <a:off x="5765062" y="2650654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CCF6E-B3A8-9DDE-7E91-DE15CB1B9070}"/>
              </a:ext>
            </a:extLst>
          </p:cNvPr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EED7C8-D978-6740-5F4A-BB317C93ADB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61" name="Rectangle: Diagonal Corners Snipped 60">
            <a:extLst>
              <a:ext uri="{FF2B5EF4-FFF2-40B4-BE49-F238E27FC236}">
                <a16:creationId xmlns:a16="http://schemas.microsoft.com/office/drawing/2014/main" id="{DC6D96CC-1089-E06B-46FA-D8E3AB2EFB5C}"/>
              </a:ext>
            </a:extLst>
          </p:cNvPr>
          <p:cNvSpPr/>
          <p:nvPr/>
        </p:nvSpPr>
        <p:spPr>
          <a:xfrm>
            <a:off x="1802802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92E954-8E6E-B41C-B9C6-A5BEC2744EB6}"/>
              </a:ext>
            </a:extLst>
          </p:cNvPr>
          <p:cNvGrpSpPr/>
          <p:nvPr/>
        </p:nvGrpSpPr>
        <p:grpSpPr>
          <a:xfrm>
            <a:off x="2241885" y="3605998"/>
            <a:ext cx="920602" cy="74305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BFD980B2-A6E4-8222-CAC0-56F2F0672F13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7BE791A2-483B-2AA0-7280-686D3B106583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5AD1ABCE-79FF-EEA0-133C-D64877B37BA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703A49B3-7D99-2290-BF37-143FED8F2CC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D537B85A-9C2B-3034-BF3C-CF10797EC3B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CBBAC2EB-3CB2-B1C5-73A7-8AE9AEBC8F24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6892D4C8-D139-0300-9912-5060485C72F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9E8FC4DF-166B-FDBD-9306-F5FDC83F0B7F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5EC49D20-F6A5-97A5-E4F8-7E8C601C8572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E07FFE63-0D4C-EFCA-3170-CF0277D89833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F01E1545-AE5C-2174-5126-BCCFF87F8BD9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46EC0EA0-032D-71F5-F99C-FFFCDB442006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25BD62FB-CD88-182A-19F9-5949D9A9E1CC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90DE440-43B7-94E8-DBB6-D196503F393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6EE3FB26-883B-34E4-4F76-9B75A8AE93D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9E7669E2-21C6-730C-92D6-9B364B9BD49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7523A9F3-8502-A03F-59CB-F13B0CF0C8AD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1885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1885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65886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5886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1886" y="5034150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1886" y="5324662"/>
            <a:ext cx="180000" cy="180000"/>
          </a:xfrm>
          <a:prstGeom prst="rect">
            <a:avLst/>
          </a:prstGeom>
        </p:spPr>
      </p:pic>
      <p:sp>
        <p:nvSpPr>
          <p:cNvPr id="63" name="Rectangle: Diagonal Corners Snipped 62">
            <a:extLst>
              <a:ext uri="{FF2B5EF4-FFF2-40B4-BE49-F238E27FC236}">
                <a16:creationId xmlns:a16="http://schemas.microsoft.com/office/drawing/2014/main" id="{7E1B0414-7770-2283-9DB5-24C5B05AF424}"/>
              </a:ext>
            </a:extLst>
          </p:cNvPr>
          <p:cNvSpPr/>
          <p:nvPr/>
        </p:nvSpPr>
        <p:spPr>
          <a:xfrm>
            <a:off x="6299293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6AF36EF-3AE6-8334-CDED-EE6EE7760FB0}"/>
              </a:ext>
            </a:extLst>
          </p:cNvPr>
          <p:cNvGrpSpPr/>
          <p:nvPr/>
        </p:nvGrpSpPr>
        <p:grpSpPr>
          <a:xfrm>
            <a:off x="6738376" y="3605998"/>
            <a:ext cx="920602" cy="74305"/>
            <a:chOff x="696000" y="1460737"/>
            <a:chExt cx="920602" cy="112014"/>
          </a:xfrm>
        </p:grpSpPr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DF394163-9977-873C-FFE8-7741931E6D07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C1E1DDFE-45AE-F8A6-381B-B36837F17B6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05D0223B-C321-A0DB-54E4-97163FF6CB2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3F5C21E2-3827-A642-A025-2FC1157943AA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BD5A1671-FB01-879A-BF61-7D2716B511C3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B42A2FF9-C2C9-8999-B228-424E9DE08836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1FC6EC5D-DC88-2CFD-89A3-698A75619EA3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3F4C8936-2AAE-9573-031C-870E11840F3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7A596D35-9B09-7EB6-BB56-F0A526D45FF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E7D9CE85-F1BC-5EDE-CA89-3BF5F825F8A2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4EAA8AA-6BDC-FDE6-2F3A-14EEBE8576D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8C9DC03-626F-30E2-F70D-C0419D8970C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31ED7392-E818-5ECA-A906-5DA413565E93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5179ADAF-D748-71D4-06DF-EB28FFB7B446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8A70151B-BFFE-77EC-A6B8-2D26EE6CB708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B5C99F2-F2B2-D961-B8AA-34C34E615BB2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C81D6F11-F7EC-C9E6-70BB-F838DDFE273C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2" name="Text Placeholder 148">
            <a:extLst>
              <a:ext uri="{FF2B5EF4-FFF2-40B4-BE49-F238E27FC236}">
                <a16:creationId xmlns:a16="http://schemas.microsoft.com/office/drawing/2014/main" id="{2CBFB104-57E2-7955-9345-A2F3DC48DF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8376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83" name="Text Placeholder 148">
            <a:extLst>
              <a:ext uri="{FF2B5EF4-FFF2-40B4-BE49-F238E27FC236}">
                <a16:creationId xmlns:a16="http://schemas.microsoft.com/office/drawing/2014/main" id="{FAF2BA5F-D0F1-3970-1EAF-4F685F8D2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8376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84" name="Text Placeholder 148">
            <a:extLst>
              <a:ext uri="{FF2B5EF4-FFF2-40B4-BE49-F238E27FC236}">
                <a16:creationId xmlns:a16="http://schemas.microsoft.com/office/drawing/2014/main" id="{74C07AD3-B16B-CD99-CBC3-8F9F846CB5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62377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85" name="Text Placeholder 148">
            <a:extLst>
              <a:ext uri="{FF2B5EF4-FFF2-40B4-BE49-F238E27FC236}">
                <a16:creationId xmlns:a16="http://schemas.microsoft.com/office/drawing/2014/main" id="{B9A8E74A-CEC9-3A4E-D1F1-3116526DE2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62377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7F94B3EA-AC65-E721-29D5-18E5E2AB8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8377" y="5034150"/>
            <a:ext cx="180000" cy="1800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C047A593-96D7-9330-A35D-FEA4A5E668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8377" y="5324662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703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69127C2F-5369-4A96-BADC-4D348F6A51AC}"/>
              </a:ext>
            </a:extLst>
          </p:cNvPr>
          <p:cNvSpPr/>
          <p:nvPr/>
        </p:nvSpPr>
        <p:spPr>
          <a:xfrm>
            <a:off x="3263900" y="1036069"/>
            <a:ext cx="5664200" cy="5055812"/>
          </a:xfrm>
          <a:prstGeom prst="snip2DiagRect">
            <a:avLst>
              <a:gd name="adj1" fmla="val 2894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endParaRPr lang="en-US" sz="1600" b="1" dirty="0">
              <a:solidFill>
                <a:schemeClr val="tx2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5100" y="1428554"/>
            <a:ext cx="1701800" cy="379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BB811-09AE-D63B-5860-1E80D477493D}"/>
              </a:ext>
            </a:extLst>
          </p:cNvPr>
          <p:cNvSpPr txBox="1"/>
          <p:nvPr/>
        </p:nvSpPr>
        <p:spPr>
          <a:xfrm>
            <a:off x="4188427" y="3307146"/>
            <a:ext cx="3815147" cy="92333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</a:rPr>
              <a:t>Thank you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/>
        </p:nvGrpSpPr>
        <p:grpSpPr>
          <a:xfrm>
            <a:off x="5635699" y="5893751"/>
            <a:ext cx="920602" cy="74305"/>
            <a:chOff x="5635699" y="5931141"/>
            <a:chExt cx="920602" cy="74305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B62BD2B-3327-8166-9570-43943810B1F1}"/>
              </a:ext>
            </a:extLst>
          </p:cNvPr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52613AB-A8E0-71B5-3B88-4DF49B90E71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alphaModFix amt="16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7" name="Rectangle: Rounded Corners 6">
            <a:hlinkClick r:id="rId5"/>
            <a:extLst>
              <a:ext uri="{FF2B5EF4-FFF2-40B4-BE49-F238E27FC236}">
                <a16:creationId xmlns:a16="http://schemas.microsoft.com/office/drawing/2014/main" id="{B563A139-4A6D-394B-7BA5-454CEB56E049}"/>
              </a:ext>
            </a:extLst>
          </p:cNvPr>
          <p:cNvSpPr/>
          <p:nvPr/>
        </p:nvSpPr>
        <p:spPr>
          <a:xfrm>
            <a:off x="4368000" y="5544951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</p:spTree>
    <p:extLst>
      <p:ext uri="{BB962C8B-B14F-4D97-AF65-F5344CB8AC3E}">
        <p14:creationId xmlns:p14="http://schemas.microsoft.com/office/powerpoint/2010/main" val="1245585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852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8B208-0248-47E2-B79C-24B03122B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53A7C0-55DA-410D-A137-0CD2170F81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9E5EEF-0B54-4F6F-8347-87F241849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17AB4-94EA-4C03-92F7-49DCEC6165A4}" type="datetimeFigureOut">
              <a:rPr lang="fr-FR" smtClean="0"/>
              <a:t>28/03/2024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4017B-BF50-4B4A-AB97-7983C7748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B2D98-1C7E-40A5-A334-A2CE9A259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B36D12-EB88-4C12-A229-EA125CA62125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16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8E7FB-E7AF-41AD-8E1D-E564C38C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8240A-ACF9-41DF-8044-EFE58948F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000" y="1064645"/>
            <a:ext cx="11016000" cy="4540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18182-DBA0-4294-B9A7-5592074F8DF4}"/>
              </a:ext>
            </a:extLst>
          </p:cNvPr>
          <p:cNvSpPr/>
          <p:nvPr/>
        </p:nvSpPr>
        <p:spPr>
          <a:xfrm>
            <a:off x="0" y="6102000"/>
            <a:ext cx="12192000" cy="7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E298DD-28E2-4F1F-A4F0-407D8199D6F6}"/>
              </a:ext>
            </a:extLst>
          </p:cNvPr>
          <p:cNvSpPr/>
          <p:nvPr/>
        </p:nvSpPr>
        <p:spPr>
          <a:xfrm>
            <a:off x="11328000" y="6102000"/>
            <a:ext cx="864000" cy="75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6BA80-B3B1-41ED-94FC-30F2434D99FA}"/>
              </a:ext>
            </a:extLst>
          </p:cNvPr>
          <p:cNvSpPr txBox="1"/>
          <p:nvPr/>
        </p:nvSpPr>
        <p:spPr>
          <a:xfrm>
            <a:off x="11577118" y="6380640"/>
            <a:ext cx="365764" cy="198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fld id="{0A5252B4-D216-4A6A-AB33-98AB17F66667}" type="slidenum">
              <a:rPr lang="en-GB" sz="900" smtClean="0">
                <a:solidFill>
                  <a:schemeClr val="bg1"/>
                </a:solidFill>
                <a:latin typeface="+mj-lt"/>
              </a:rPr>
              <a:t>‹#›</a:t>
            </a:fld>
            <a:endParaRPr lang="en-GB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113D8-C34F-41E7-96C1-C52F3FA807A7}"/>
              </a:ext>
            </a:extLst>
          </p:cNvPr>
          <p:cNvSpPr/>
          <p:nvPr/>
        </p:nvSpPr>
        <p:spPr>
          <a:xfrm>
            <a:off x="11328000" y="6822000"/>
            <a:ext cx="864000" cy="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F1D181-9371-4409-B9F4-B17B0E367DA5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9118" y="6359505"/>
            <a:ext cx="1080000" cy="2409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8C9CA4-8A09-4C8A-B688-AF68F27D86FA}"/>
              </a:ext>
            </a:extLst>
          </p:cNvPr>
          <p:cNvSpPr txBox="1"/>
          <p:nvPr/>
        </p:nvSpPr>
        <p:spPr>
          <a:xfrm>
            <a:off x="1651322" y="6392746"/>
            <a:ext cx="8889356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alpha val="40000"/>
                  </a:schemeClr>
                </a:solidFill>
              </a:rPr>
              <a:t>REF </a:t>
            </a:r>
            <a:r>
              <a:rPr lang="en-US" sz="700" b="1" dirty="0" err="1">
                <a:solidFill>
                  <a:schemeClr val="tx1">
                    <a:alpha val="40000"/>
                  </a:schemeClr>
                </a:solidFill>
              </a:rPr>
              <a:t>xxxxxxxxxxxx</a:t>
            </a:r>
            <a:r>
              <a:rPr lang="en-US" sz="700" b="1" dirty="0">
                <a:solidFill>
                  <a:schemeClr val="tx1">
                    <a:alpha val="40000"/>
                  </a:schemeClr>
                </a:solidFill>
              </a:rPr>
              <a:t> rev xxx – date Name of the company / Template: 87211168-COM-GRP-EN-007</a:t>
            </a:r>
          </a:p>
          <a:p>
            <a:pPr algn="ctr"/>
            <a:r>
              <a:rPr lang="en-GB" sz="600" dirty="0">
                <a:solidFill>
                  <a:srgbClr val="000000">
                    <a:alpha val="70000"/>
                  </a:srgbClr>
                </a:solidFill>
              </a:rPr>
              <a:t>This document may not be reproduced, modified, adapted, published, translated, in any way, in whole or in part or disclosed to a third party without the prior written consent of Thales </a:t>
            </a:r>
            <a:r>
              <a:rPr lang="en-GB" sz="600" b="1" dirty="0">
                <a:solidFill>
                  <a:srgbClr val="000000">
                    <a:alpha val="70000"/>
                  </a:srgbClr>
                </a:solidFill>
              </a:rPr>
              <a:t>© 2024 THALES. All rights reserved.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2AA835-16DB-4E38-A108-8114A18BB2A4}"/>
              </a:ext>
            </a:extLst>
          </p:cNvPr>
          <p:cNvSpPr/>
          <p:nvPr/>
        </p:nvSpPr>
        <p:spPr>
          <a:xfrm>
            <a:off x="0" y="6102000"/>
            <a:ext cx="12192000" cy="108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ClassificationBox">
            <a:extLst>
              <a:ext uri="{FF2B5EF4-FFF2-40B4-BE49-F238E27FC236}">
                <a16:creationId xmlns:a16="http://schemas.microsoft.com/office/drawing/2014/main" id="{8229FBE7-3819-489B-8A5E-B6EE84E2D428}"/>
              </a:ext>
            </a:extLst>
          </p:cNvPr>
          <p:cNvSpPr/>
          <p:nvPr/>
        </p:nvSpPr>
        <p:spPr>
          <a:xfrm>
            <a:off x="5221251" y="6179080"/>
            <a:ext cx="1749495" cy="180425"/>
          </a:xfrm>
          <a:prstGeom prst="rect">
            <a:avLst/>
          </a:prstGeom>
          <a:noFill/>
          <a:ln w="9525">
            <a:solidFill>
              <a:srgbClr val="E5E5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36000" rIns="90000" bIns="3600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700" b="1" dirty="0">
                <a:solidFill>
                  <a:schemeClr val="accent3"/>
                </a:solidFill>
              </a:rPr>
              <a:t>THALES GROUP LIMITED DISTRIBUTION</a:t>
            </a:r>
            <a:endParaRPr lang="en-GB" sz="700" b="1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243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4000"/>
        </a:lnSpc>
        <a:spcBef>
          <a:spcPts val="1600"/>
        </a:spcBef>
        <a:buClrTx/>
        <a:buFontTx/>
        <a:buBlip>
          <a:blip r:embed="rId23"/>
        </a:buBlip>
        <a:defRPr sz="1800" b="1" kern="1200">
          <a:solidFill>
            <a:schemeClr val="bg2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14000"/>
        </a:lnSpc>
        <a:spcBef>
          <a:spcPts val="600"/>
        </a:spcBef>
        <a:buClr>
          <a:schemeClr val="accent3"/>
        </a:buClr>
        <a:buFont typeface="Wingdings 3" panose="05040102010807070707" pitchFamily="18" charset="2"/>
        <a:buChar char="ê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4000"/>
        </a:lnSpc>
        <a:spcBef>
          <a:spcPts val="600"/>
        </a:spcBef>
        <a:buFont typeface="Century Gothic" panose="020B0502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44000" algn="l" defTabSz="914400" rtl="0" eaLnBrk="1" latinLnBrk="0" hangingPunct="1">
        <a:lnSpc>
          <a:spcPct val="114000"/>
        </a:lnSpc>
        <a:spcBef>
          <a:spcPts val="300"/>
        </a:spcBef>
        <a:buClr>
          <a:schemeClr val="accent3"/>
        </a:buClr>
        <a:buFont typeface="Arial" panose="020B0604020202020204" pitchFamily="34" charset="0"/>
        <a:buChar char="›"/>
        <a:defRPr sz="11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36000" indent="-108000" algn="l" defTabSz="914400" rtl="0" eaLnBrk="1" latinLnBrk="0" hangingPunct="1">
        <a:lnSpc>
          <a:spcPct val="114000"/>
        </a:lnSpc>
        <a:spcBef>
          <a:spcPts val="300"/>
        </a:spcBef>
        <a:buFont typeface="Wingdings 3" panose="05040102010807070707" pitchFamily="18" charset="2"/>
        <a:buChar char=""/>
        <a:defRPr sz="10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F964D-22CD-44E2-B409-75100A0C8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6633"/>
            <a:ext cx="9144000" cy="923330"/>
          </a:xfrm>
        </p:spPr>
        <p:txBody>
          <a:bodyPr/>
          <a:lstStyle/>
          <a:p>
            <a:r>
              <a:rPr lang="fr-FR" dirty="0"/>
              <a:t>LSP </a:t>
            </a:r>
            <a:r>
              <a:rPr lang="fr-FR" dirty="0" err="1"/>
              <a:t>Specification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979C9E-F6BE-4B5E-B701-CBDAC887252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39506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B04E9-C460-421C-A802-05510A3F9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LSP </a:t>
            </a:r>
            <a:r>
              <a:rPr lang="fr-FR" dirty="0" err="1"/>
              <a:t>Specification</a:t>
            </a:r>
            <a:r>
              <a:rPr lang="fr-FR" dirty="0"/>
              <a:t> structure &amp; JSON-RPC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4C6AD-5D6E-4292-9585-A4F915A00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b="0" dirty="0" err="1"/>
              <a:t>Written</a:t>
            </a:r>
            <a:r>
              <a:rPr lang="fr-FR" b="0" dirty="0"/>
              <a:t> in </a:t>
            </a:r>
            <a:r>
              <a:rPr lang="fr-FR" b="0" dirty="0" err="1"/>
              <a:t>Typescript</a:t>
            </a:r>
            <a:endParaRPr lang="fr-FR" b="0" dirty="0"/>
          </a:p>
          <a:p>
            <a:r>
              <a:rPr lang="fr-FR" b="0" dirty="0"/>
              <a:t>Content uses JSON-RPC structure</a:t>
            </a:r>
          </a:p>
          <a:p>
            <a:r>
              <a:rPr lang="fr-FR" b="0" dirty="0"/>
              <a:t>JSON-RPC = </a:t>
            </a:r>
            <a:r>
              <a:rPr lang="fr-FR" b="0" dirty="0" err="1"/>
              <a:t>remote</a:t>
            </a:r>
            <a:r>
              <a:rPr lang="fr-FR" b="0" dirty="0"/>
              <a:t> </a:t>
            </a:r>
            <a:r>
              <a:rPr lang="fr-FR" b="0" dirty="0" err="1"/>
              <a:t>function</a:t>
            </a:r>
            <a:r>
              <a:rPr lang="fr-FR" b="0" dirty="0"/>
              <a:t> calls</a:t>
            </a:r>
          </a:p>
          <a:p>
            <a:r>
              <a:rPr lang="fr-FR" b="0" dirty="0" err="1"/>
              <a:t>Remote</a:t>
            </a:r>
            <a:r>
              <a:rPr lang="fr-FR" b="0" dirty="0"/>
              <a:t> </a:t>
            </a:r>
            <a:r>
              <a:rPr lang="fr-FR" b="0" dirty="0" err="1"/>
              <a:t>Procedure</a:t>
            </a:r>
            <a:r>
              <a:rPr lang="fr-FR" b="0" dirty="0"/>
              <a:t> Call made </a:t>
            </a:r>
            <a:r>
              <a:rPr lang="fr-FR" b="0" dirty="0" err="1"/>
              <a:t>through</a:t>
            </a:r>
            <a:r>
              <a:rPr lang="fr-FR" b="0" dirty="0"/>
              <a:t> a </a:t>
            </a:r>
            <a:r>
              <a:rPr lang="fr-FR" b="0" dirty="0" err="1"/>
              <a:t>Request</a:t>
            </a:r>
            <a:r>
              <a:rPr lang="fr-FR" b="0" dirty="0"/>
              <a:t> or Notification message</a:t>
            </a:r>
          </a:p>
          <a:p>
            <a:r>
              <a:rPr lang="fr-FR" b="0" dirty="0"/>
              <a:t>Primitive and </a:t>
            </a:r>
            <a:r>
              <a:rPr lang="fr-FR" b="0" dirty="0" err="1"/>
              <a:t>Structured</a:t>
            </a:r>
            <a:r>
              <a:rPr lang="fr-FR" b="0" dirty="0"/>
              <a:t> JSON types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47D7FB-4D7C-4F4C-B4DD-33E6B770C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7509" y="872139"/>
            <a:ext cx="2489881" cy="161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246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FE2A-A7AB-46D1-85A3-037AA677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JSON-RPC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64752-8457-49FD-BA77-9F6AA5C775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4048168" cy="4540024"/>
          </a:xfrm>
        </p:spPr>
        <p:txBody>
          <a:bodyPr/>
          <a:lstStyle/>
          <a:p>
            <a:r>
              <a:rPr lang="fr-FR" dirty="0" err="1"/>
              <a:t>Request</a:t>
            </a:r>
            <a:r>
              <a:rPr lang="fr-FR" dirty="0"/>
              <a:t>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</a:p>
          <a:p>
            <a:pPr marL="0" indent="0">
              <a:buNone/>
            </a:pP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jsonrpc</a:t>
            </a: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“2.0”,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method: “</a:t>
            </a:r>
            <a:r>
              <a:rPr lang="en-US" sz="18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methodName</a:t>
            </a: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”, 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params: {x: “x”, y: “y”, …}, 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id: String or Number or NULL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fr-FR" b="0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2E4DFC4-6113-4EEF-A3EA-34DD18635624}"/>
              </a:ext>
            </a:extLst>
          </p:cNvPr>
          <p:cNvSpPr txBox="1">
            <a:spLocks/>
          </p:cNvSpPr>
          <p:nvPr/>
        </p:nvSpPr>
        <p:spPr>
          <a:xfrm>
            <a:off x="4943432" y="1046448"/>
            <a:ext cx="4048168" cy="4540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ClrTx/>
              <a:buFontTx/>
              <a:buBlip>
                <a:blip r:embed="rId2"/>
              </a:buBlip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accent3"/>
              </a:buClr>
              <a:buFont typeface="Wingdings 3" panose="05040102010807070707" pitchFamily="18" charset="2"/>
              <a:buChar char="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 typeface="Century Gothic" panose="020B0502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44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›"/>
              <a:defRPr sz="11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936000" indent="-108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Font typeface="Wingdings 3" panose="05040102010807070707" pitchFamily="18" charset="2"/>
              <a:buChar char=""/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Notification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</a:p>
          <a:p>
            <a:pPr marL="0" indent="0">
              <a:buFontTx/>
              <a:buNone/>
            </a:pP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jsonrpc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“2.0”,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method: “</a:t>
            </a:r>
            <a:r>
              <a:rPr lang="en-US" b="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methodName</a:t>
            </a: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”, 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params: {x: “x”, y: “y”, …}, 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fr-FR" b="0" dirty="0"/>
          </a:p>
        </p:txBody>
      </p:sp>
    </p:spTree>
    <p:extLst>
      <p:ext uri="{BB962C8B-B14F-4D97-AF65-F5344CB8AC3E}">
        <p14:creationId xmlns:p14="http://schemas.microsoft.com/office/powerpoint/2010/main" val="2102039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CFE2A-A7AB-46D1-85A3-037AA6773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JSON-RPC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64752-8457-49FD-BA77-9F6AA5C775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7999" y="1064645"/>
            <a:ext cx="10713663" cy="4540024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Response</a:t>
            </a:r>
            <a:r>
              <a:rPr lang="fr-FR" dirty="0"/>
              <a:t>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  <a:br>
              <a:rPr lang="fr-FR" dirty="0"/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b="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jsonrpc</a:t>
            </a: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“2.0”,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result: has type of the object returned by the called method, REQUIRED if success, NOT EXIST if error.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error: always REQUIRED on error, NOT EXIST if success, must be an object, see Error Object.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id: REQUIRED, same value as the id in its corresponding request object, if error then NULL.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fr-FR" dirty="0" err="1"/>
              <a:t>Error</a:t>
            </a:r>
            <a:r>
              <a:rPr lang="fr-FR" dirty="0"/>
              <a:t> Object </a:t>
            </a:r>
            <a:r>
              <a:rPr lang="fr-FR" dirty="0" err="1"/>
              <a:t>example</a:t>
            </a:r>
            <a:r>
              <a:rPr lang="fr-FR" dirty="0"/>
              <a:t> : </a:t>
            </a:r>
            <a:br>
              <a:rPr lang="fr-FR" dirty="0"/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code: Number of the error type, (see list of error codes)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message: String desc of error,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data: additional info, Primitive of Structured</a:t>
            </a:r>
            <a:b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1800" b="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fr-FR" b="0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1509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400" y="3244334"/>
            <a:ext cx="11016000" cy="369332"/>
          </a:xfrm>
        </p:spPr>
        <p:txBody>
          <a:bodyPr/>
          <a:lstStyle/>
          <a:p>
            <a:r>
              <a:rPr lang="fr-FR" dirty="0" err="1"/>
              <a:t>Response</a:t>
            </a:r>
            <a:r>
              <a:rPr lang="fr-FR" dirty="0"/>
              <a:t> </a:t>
            </a:r>
            <a:r>
              <a:rPr lang="fr-FR" dirty="0" err="1"/>
              <a:t>ordering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1016000" cy="1895123"/>
          </a:xfrm>
        </p:spPr>
        <p:txBody>
          <a:bodyPr/>
          <a:lstStyle/>
          <a:p>
            <a:r>
              <a:rPr lang="fr-FR" sz="1600" b="0" dirty="0"/>
              <a:t>Groups of </a:t>
            </a:r>
            <a:r>
              <a:rPr lang="fr-FR" sz="1600" b="0" dirty="0" err="1"/>
              <a:t>features</a:t>
            </a:r>
            <a:r>
              <a:rPr lang="fr-FR" sz="1600" b="0" dirty="0"/>
              <a:t> </a:t>
            </a:r>
            <a:r>
              <a:rPr lang="fr-FR" sz="1600" b="0" dirty="0" err="1"/>
              <a:t>supported</a:t>
            </a:r>
            <a:r>
              <a:rPr lang="fr-FR" sz="1600" b="0" dirty="0"/>
              <a:t> by a </a:t>
            </a:r>
            <a:r>
              <a:rPr lang="fr-FR" sz="1600" b="0" dirty="0" err="1"/>
              <a:t>language</a:t>
            </a:r>
            <a:r>
              <a:rPr lang="fr-FR" sz="1600" b="0" dirty="0"/>
              <a:t> and an editor</a:t>
            </a:r>
          </a:p>
          <a:p>
            <a:r>
              <a:rPr lang="fr-FR" sz="1600" b="0" dirty="0"/>
              <a:t>It has to </a:t>
            </a:r>
            <a:r>
              <a:rPr lang="fr-FR" sz="1600" b="0" dirty="0" err="1"/>
              <a:t>be</a:t>
            </a:r>
            <a:r>
              <a:rPr lang="fr-FR" sz="1600" b="0" dirty="0"/>
              <a:t> </a:t>
            </a:r>
            <a:r>
              <a:rPr lang="fr-FR" sz="1600" b="0" dirty="0" err="1"/>
              <a:t>announced</a:t>
            </a:r>
            <a:r>
              <a:rPr lang="fr-FR" sz="1600" b="0" dirty="0"/>
              <a:t> by the </a:t>
            </a:r>
            <a:r>
              <a:rPr lang="fr-FR" sz="1600" b="0" dirty="0" err="1"/>
              <a:t>language</a:t>
            </a:r>
            <a:r>
              <a:rPr lang="fr-FR" sz="1600" b="0" dirty="0"/>
              <a:t> server and the </a:t>
            </a:r>
            <a:r>
              <a:rPr lang="fr-FR" sz="1600" b="0" dirty="0" err="1"/>
              <a:t>development</a:t>
            </a:r>
            <a:r>
              <a:rPr lang="fr-FR" sz="1600" b="0" dirty="0"/>
              <a:t> </a:t>
            </a:r>
            <a:r>
              <a:rPr lang="fr-FR" sz="1600" b="0" dirty="0" err="1"/>
              <a:t>tool</a:t>
            </a:r>
            <a:endParaRPr lang="fr-FR" sz="1600" b="0" dirty="0"/>
          </a:p>
          <a:p>
            <a:r>
              <a:rPr lang="fr-FR" sz="1600" b="0" dirty="0" err="1"/>
              <a:t>When</a:t>
            </a:r>
            <a:r>
              <a:rPr lang="fr-FR" sz="1600" b="0" dirty="0"/>
              <a:t> </a:t>
            </a:r>
            <a:r>
              <a:rPr lang="fr-FR" sz="1600" b="0" dirty="0" err="1"/>
              <a:t>implementing</a:t>
            </a:r>
            <a:r>
              <a:rPr lang="fr-FR" sz="1600" b="0" dirty="0"/>
              <a:t> a LSP </a:t>
            </a:r>
            <a:r>
              <a:rPr lang="fr-FR" sz="1600" b="0" dirty="0" err="1"/>
              <a:t>tool</a:t>
            </a:r>
            <a:r>
              <a:rPr lang="fr-FR" sz="1600" b="0" dirty="0"/>
              <a:t>, </a:t>
            </a:r>
            <a:r>
              <a:rPr lang="fr-FR" sz="1600" b="0" dirty="0" err="1"/>
              <a:t>you</a:t>
            </a:r>
            <a:r>
              <a:rPr lang="fr-FR" sz="1600" b="0" dirty="0"/>
              <a:t> have to </a:t>
            </a:r>
            <a:r>
              <a:rPr lang="fr-FR" sz="1600" b="0" dirty="0" err="1"/>
              <a:t>specify</a:t>
            </a:r>
            <a:r>
              <a:rPr lang="fr-FR" sz="1600" b="0" dirty="0"/>
              <a:t> the Client and Server </a:t>
            </a:r>
            <a:r>
              <a:rPr lang="fr-FR" sz="1600" b="0" dirty="0" err="1"/>
              <a:t>sides</a:t>
            </a:r>
            <a:r>
              <a:rPr lang="fr-FR" sz="1600" b="0" dirty="0"/>
              <a:t> </a:t>
            </a:r>
            <a:r>
              <a:rPr lang="fr-FR" sz="1600" b="0" dirty="0" err="1"/>
              <a:t>capabilities</a:t>
            </a:r>
            <a:r>
              <a:rPr lang="fr-FR" sz="1600" b="0" dirty="0"/>
              <a:t>:</a:t>
            </a:r>
          </a:p>
          <a:p>
            <a:pPr lvl="1"/>
            <a:r>
              <a:rPr lang="fr-FR" dirty="0"/>
              <a:t>Client </a:t>
            </a:r>
            <a:r>
              <a:rPr lang="fr-FR" dirty="0" err="1"/>
              <a:t>side</a:t>
            </a:r>
            <a:r>
              <a:rPr lang="fr-FR" dirty="0"/>
              <a:t> : </a:t>
            </a:r>
            <a:r>
              <a:rPr lang="fr-FR" dirty="0" err="1"/>
              <a:t>specified</a:t>
            </a:r>
            <a:r>
              <a:rPr lang="fr-FR" dirty="0"/>
              <a:t> in the </a:t>
            </a:r>
            <a:r>
              <a:rPr lang="fr-FR" dirty="0" err="1"/>
              <a:t>Initialize</a:t>
            </a:r>
            <a:r>
              <a:rPr lang="fr-FR" dirty="0"/>
              <a:t> </a:t>
            </a:r>
            <a:r>
              <a:rPr lang="fr-FR" dirty="0" err="1"/>
              <a:t>request</a:t>
            </a:r>
            <a:endParaRPr lang="fr-FR" dirty="0"/>
          </a:p>
          <a:p>
            <a:pPr lvl="1"/>
            <a:r>
              <a:rPr lang="fr-FR" b="0" dirty="0"/>
              <a:t>Server </a:t>
            </a:r>
            <a:r>
              <a:rPr lang="fr-FR" b="0" dirty="0" err="1"/>
              <a:t>side</a:t>
            </a:r>
            <a:r>
              <a:rPr lang="fr-FR" b="0" dirty="0"/>
              <a:t> : </a:t>
            </a:r>
            <a:r>
              <a:rPr lang="fr-FR" b="0" dirty="0" err="1"/>
              <a:t>specified</a:t>
            </a:r>
            <a:r>
              <a:rPr lang="fr-FR" b="0" dirty="0"/>
              <a:t> in the </a:t>
            </a:r>
            <a:r>
              <a:rPr lang="fr-FR" b="0" dirty="0" err="1"/>
              <a:t>Initialize</a:t>
            </a:r>
            <a:r>
              <a:rPr lang="fr-FR" dirty="0" err="1"/>
              <a:t>R</a:t>
            </a:r>
            <a:r>
              <a:rPr lang="fr-FR" b="0" dirty="0" err="1"/>
              <a:t>esult</a:t>
            </a:r>
            <a:r>
              <a:rPr lang="fr-FR" b="0" dirty="0"/>
              <a:t> </a:t>
            </a:r>
            <a:r>
              <a:rPr lang="fr-FR" b="0" dirty="0" err="1"/>
              <a:t>response</a:t>
            </a:r>
            <a:endParaRPr lang="fr-FR" b="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0B5AC21-5ACA-4D62-BC09-9E56C1BF51F0}"/>
              </a:ext>
            </a:extLst>
          </p:cNvPr>
          <p:cNvSpPr txBox="1">
            <a:spLocks/>
          </p:cNvSpPr>
          <p:nvPr/>
        </p:nvSpPr>
        <p:spPr>
          <a:xfrm>
            <a:off x="740400" y="512400"/>
            <a:ext cx="110160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4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Capabilities</a:t>
            </a:r>
            <a:endParaRPr lang="fr-FR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C67E44C-0F90-43F5-8618-3C5B5CA076B2}"/>
              </a:ext>
            </a:extLst>
          </p:cNvPr>
          <p:cNvSpPr txBox="1">
            <a:spLocks/>
          </p:cNvSpPr>
          <p:nvPr/>
        </p:nvSpPr>
        <p:spPr>
          <a:xfrm>
            <a:off x="588000" y="3735655"/>
            <a:ext cx="11016000" cy="18951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16000" indent="-216000" algn="l" defTabSz="914400" rtl="0" eaLnBrk="1" latinLnBrk="0" hangingPunct="1">
              <a:lnSpc>
                <a:spcPct val="114000"/>
              </a:lnSpc>
              <a:spcBef>
                <a:spcPts val="1600"/>
              </a:spcBef>
              <a:buClrTx/>
              <a:buFontTx/>
              <a:buBlip>
                <a:blip r:embed="rId2"/>
              </a:buBlip>
              <a:defRPr sz="1800" b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216000" indent="-216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Clr>
                <a:schemeClr val="accent3"/>
              </a:buClr>
              <a:buFont typeface="Wingdings 3" panose="05040102010807070707" pitchFamily="18" charset="2"/>
              <a:buChar char="ê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4000"/>
              </a:lnSpc>
              <a:spcBef>
                <a:spcPts val="600"/>
              </a:spcBef>
              <a:buFont typeface="Century Gothic" panose="020B0502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44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Clr>
                <a:schemeClr val="accent3"/>
              </a:buClr>
              <a:buFont typeface="Arial" panose="020B0604020202020204" pitchFamily="34" charset="0"/>
              <a:buChar char="›"/>
              <a:defRPr sz="11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4pPr>
            <a:lvl5pPr marL="936000" indent="-108000" algn="l" defTabSz="914400" rtl="0" eaLnBrk="1" latinLnBrk="0" hangingPunct="1">
              <a:lnSpc>
                <a:spcPct val="114000"/>
              </a:lnSpc>
              <a:spcBef>
                <a:spcPts val="300"/>
              </a:spcBef>
              <a:buFont typeface="Wingdings 3" panose="05040102010807070707" pitchFamily="18" charset="2"/>
              <a:buChar char=""/>
              <a:defRPr sz="10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600" b="0" dirty="0" err="1"/>
              <a:t>Responses</a:t>
            </a:r>
            <a:r>
              <a:rPr lang="fr-FR" sz="1600" b="0" dirty="0"/>
              <a:t> are sent in the </a:t>
            </a:r>
            <a:r>
              <a:rPr lang="fr-FR" sz="1600" b="0" dirty="0" err="1"/>
              <a:t>same</a:t>
            </a:r>
            <a:r>
              <a:rPr lang="fr-FR" sz="1600" b="0" dirty="0"/>
              <a:t> </a:t>
            </a:r>
            <a:r>
              <a:rPr lang="fr-FR" sz="1600" b="0" dirty="0" err="1"/>
              <a:t>order</a:t>
            </a:r>
            <a:r>
              <a:rPr lang="fr-FR" sz="1600" b="0" dirty="0"/>
              <a:t> as </a:t>
            </a:r>
            <a:r>
              <a:rPr lang="fr-FR" sz="1600" b="0" dirty="0" err="1"/>
              <a:t>their</a:t>
            </a:r>
            <a:r>
              <a:rPr lang="fr-FR" sz="1600" b="0" dirty="0"/>
              <a:t> </a:t>
            </a:r>
            <a:r>
              <a:rPr lang="fr-FR" sz="1600" b="0" dirty="0" err="1"/>
              <a:t>corresponding</a:t>
            </a:r>
            <a:r>
              <a:rPr lang="fr-FR" sz="1600" b="0" dirty="0"/>
              <a:t> </a:t>
            </a:r>
            <a:r>
              <a:rPr lang="fr-FR" sz="1600" b="0" dirty="0" err="1"/>
              <a:t>requests</a:t>
            </a:r>
            <a:r>
              <a:rPr lang="fr-FR" sz="1600" b="0" dirty="0"/>
              <a:t> in </a:t>
            </a:r>
            <a:r>
              <a:rPr lang="fr-FR" sz="1600" b="0" dirty="0" err="1"/>
              <a:t>general</a:t>
            </a:r>
            <a:endParaRPr lang="fr-FR" sz="1600" b="0" dirty="0"/>
          </a:p>
          <a:p>
            <a:r>
              <a:rPr lang="fr-FR" sz="1600" b="0" dirty="0"/>
              <a:t>Server can </a:t>
            </a:r>
            <a:r>
              <a:rPr lang="fr-FR" sz="1600" b="0" dirty="0" err="1"/>
              <a:t>decide</a:t>
            </a:r>
            <a:r>
              <a:rPr lang="fr-FR" sz="1600" b="0" dirty="0"/>
              <a:t> to use a </a:t>
            </a:r>
            <a:r>
              <a:rPr lang="fr-FR" sz="1600" b="0" dirty="0" err="1"/>
              <a:t>parallel</a:t>
            </a:r>
            <a:r>
              <a:rPr lang="fr-FR" sz="1600" b="0" dirty="0"/>
              <a:t> </a:t>
            </a:r>
            <a:r>
              <a:rPr lang="fr-FR" sz="1600" b="0" dirty="0" err="1"/>
              <a:t>execution</a:t>
            </a:r>
            <a:r>
              <a:rPr lang="fr-FR" sz="1600" b="0" dirty="0"/>
              <a:t> </a:t>
            </a:r>
            <a:r>
              <a:rPr lang="fr-FR" sz="1600" b="0" dirty="0" err="1"/>
              <a:t>strategy</a:t>
            </a:r>
            <a:r>
              <a:rPr lang="fr-FR" sz="1600" b="0" dirty="0"/>
              <a:t> but </a:t>
            </a:r>
            <a:r>
              <a:rPr lang="fr-FR" sz="1600" b="0" dirty="0" err="1"/>
              <a:t>should</a:t>
            </a:r>
            <a:r>
              <a:rPr lang="fr-FR" sz="1600" b="0" dirty="0"/>
              <a:t> no affect </a:t>
            </a:r>
            <a:r>
              <a:rPr lang="fr-FR" sz="1600" b="0" dirty="0" err="1"/>
              <a:t>correctness</a:t>
            </a:r>
            <a:r>
              <a:rPr lang="fr-FR" sz="1600" b="0" dirty="0"/>
              <a:t> of </a:t>
            </a:r>
            <a:r>
              <a:rPr lang="fr-FR" sz="1600" b="0" dirty="0" err="1"/>
              <a:t>responses</a:t>
            </a:r>
            <a:endParaRPr lang="fr-FR" sz="1600" b="0" dirty="0"/>
          </a:p>
        </p:txBody>
      </p:sp>
    </p:spTree>
    <p:extLst>
      <p:ext uri="{BB962C8B-B14F-4D97-AF65-F5344CB8AC3E}">
        <p14:creationId xmlns:p14="http://schemas.microsoft.com/office/powerpoint/2010/main" val="35558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Useful</a:t>
            </a:r>
            <a:r>
              <a:rPr lang="fr-FR" dirty="0"/>
              <a:t> JSON structures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 dirty="0"/>
              <a:t>URI</a:t>
            </a:r>
            <a:r>
              <a:rPr lang="fr-FR" sz="1600" b="0" dirty="0"/>
              <a:t> : </a:t>
            </a:r>
            <a:r>
              <a:rPr lang="fr-FR" sz="1600" b="0" dirty="0" err="1"/>
              <a:t>link</a:t>
            </a:r>
            <a:r>
              <a:rPr lang="fr-FR" sz="1600" b="0" dirty="0"/>
              <a:t> of the document in the server</a:t>
            </a:r>
          </a:p>
          <a:p>
            <a:r>
              <a:rPr lang="fr-FR" sz="1600" dirty="0"/>
              <a:t>Position</a:t>
            </a:r>
            <a:r>
              <a:rPr lang="fr-FR" sz="1600" b="0" dirty="0"/>
              <a:t> in a </a:t>
            </a:r>
            <a:r>
              <a:rPr lang="fr-FR" sz="1600" b="0" dirty="0" err="1"/>
              <a:t>text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like an ‘insert’ </a:t>
            </a:r>
            <a:r>
              <a:rPr lang="fr-FR" sz="1600" b="0" dirty="0" err="1"/>
              <a:t>character</a:t>
            </a:r>
            <a:r>
              <a:rPr lang="fr-FR" sz="1600" b="0" dirty="0"/>
              <a:t> in an editor</a:t>
            </a:r>
          </a:p>
          <a:p>
            <a:r>
              <a:rPr lang="fr-FR" sz="1600" dirty="0"/>
              <a:t>Range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an </a:t>
            </a:r>
            <a:r>
              <a:rPr lang="fr-FR" sz="1600" b="0" dirty="0" err="1"/>
              <a:t>interval</a:t>
            </a:r>
            <a:r>
              <a:rPr lang="fr-FR" sz="1600" b="0" dirty="0"/>
              <a:t> </a:t>
            </a:r>
            <a:r>
              <a:rPr lang="fr-FR" sz="1600" b="0" dirty="0" err="1"/>
              <a:t>between</a:t>
            </a:r>
            <a:r>
              <a:rPr lang="fr-FR" sz="1600" b="0" dirty="0"/>
              <a:t> ‘start’ and ‘end’, comparable to a </a:t>
            </a:r>
            <a:r>
              <a:rPr lang="fr-FR" sz="1600" b="0" dirty="0" err="1"/>
              <a:t>selection</a:t>
            </a:r>
            <a:endParaRPr lang="fr-FR" sz="1600" b="0" dirty="0"/>
          </a:p>
          <a:p>
            <a:r>
              <a:rPr lang="fr-FR" sz="1600" dirty="0" err="1"/>
              <a:t>TextDocumentItem</a:t>
            </a:r>
            <a:r>
              <a:rPr lang="fr-FR" sz="1600" b="0" dirty="0"/>
              <a:t> : </a:t>
            </a:r>
            <a:r>
              <a:rPr lang="fr-FR" sz="1600" b="0" dirty="0" err="1"/>
              <a:t>object</a:t>
            </a:r>
            <a:r>
              <a:rPr lang="fr-FR" sz="1600" b="0" dirty="0"/>
              <a:t> </a:t>
            </a:r>
            <a:r>
              <a:rPr lang="fr-FR" sz="1600" b="0" dirty="0" err="1"/>
              <a:t>that</a:t>
            </a:r>
            <a:r>
              <a:rPr lang="fr-FR" sz="1600" b="0" dirty="0"/>
              <a:t> </a:t>
            </a:r>
            <a:r>
              <a:rPr lang="fr-FR" sz="1600" b="0" dirty="0" err="1"/>
              <a:t>contains</a:t>
            </a:r>
            <a:r>
              <a:rPr lang="fr-FR" sz="1600" b="0" dirty="0"/>
              <a:t> the </a:t>
            </a:r>
            <a:r>
              <a:rPr lang="fr-FR" sz="1600" b="0" dirty="0" err="1"/>
              <a:t>document’s</a:t>
            </a:r>
            <a:r>
              <a:rPr lang="fr-FR" sz="1600" b="0" dirty="0"/>
              <a:t> </a:t>
            </a:r>
            <a:r>
              <a:rPr lang="fr-FR" sz="1600" b="0" dirty="0" err="1"/>
              <a:t>uri</a:t>
            </a:r>
            <a:r>
              <a:rPr lang="fr-FR" sz="1600" b="0" dirty="0"/>
              <a:t>, </a:t>
            </a:r>
            <a:r>
              <a:rPr lang="fr-FR" sz="1600" b="0" dirty="0" err="1"/>
              <a:t>language</a:t>
            </a:r>
            <a:r>
              <a:rPr lang="fr-FR" sz="1600" b="0" dirty="0"/>
              <a:t>, version and content of the </a:t>
            </a:r>
            <a:r>
              <a:rPr lang="fr-FR" sz="1600" b="0" dirty="0" err="1"/>
              <a:t>opened</a:t>
            </a:r>
            <a:r>
              <a:rPr lang="fr-FR" sz="1600" b="0" dirty="0"/>
              <a:t> </a:t>
            </a:r>
            <a:r>
              <a:rPr lang="fr-FR" sz="1600" b="0" dirty="0" err="1"/>
              <a:t>text</a:t>
            </a:r>
            <a:r>
              <a:rPr lang="fr-FR" sz="1600" b="0" dirty="0"/>
              <a:t> document</a:t>
            </a:r>
          </a:p>
          <a:p>
            <a:r>
              <a:rPr lang="fr-FR" sz="1600" dirty="0" err="1"/>
              <a:t>LocationLink</a:t>
            </a:r>
            <a:r>
              <a:rPr lang="fr-FR" sz="1600" b="0" dirty="0"/>
              <a:t> : </a:t>
            </a:r>
            <a:r>
              <a:rPr lang="fr-FR" sz="1600" b="0" dirty="0" err="1"/>
              <a:t>link</a:t>
            </a:r>
            <a:r>
              <a:rPr lang="fr-FR" sz="1600" b="0" dirty="0"/>
              <a:t> </a:t>
            </a:r>
            <a:r>
              <a:rPr lang="fr-FR" sz="1600" b="0" dirty="0" err="1"/>
              <a:t>between</a:t>
            </a:r>
            <a:r>
              <a:rPr lang="fr-FR" sz="1600" b="0" dirty="0"/>
              <a:t> a source and a </a:t>
            </a:r>
            <a:r>
              <a:rPr lang="fr-FR" sz="1600" b="0" dirty="0" err="1"/>
              <a:t>target</a:t>
            </a:r>
            <a:r>
              <a:rPr lang="fr-FR" sz="1600" b="0" dirty="0"/>
              <a:t> location</a:t>
            </a:r>
          </a:p>
          <a:p>
            <a:r>
              <a:rPr lang="fr-FR" sz="1600" dirty="0" err="1"/>
              <a:t>MarkedString</a:t>
            </a:r>
            <a:r>
              <a:rPr lang="fr-FR" sz="1600" dirty="0"/>
              <a:t> </a:t>
            </a:r>
            <a:r>
              <a:rPr lang="fr-FR" sz="1600" b="0" dirty="0"/>
              <a:t>: </a:t>
            </a:r>
            <a:r>
              <a:rPr lang="en-US" sz="1600" b="0" dirty="0"/>
              <a:t>either a markdown string or a code-block that provides a language and a code snippet</a:t>
            </a:r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52166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 type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 dirty="0" err="1"/>
              <a:t>Text</a:t>
            </a:r>
            <a:r>
              <a:rPr lang="fr-FR" sz="1600" dirty="0"/>
              <a:t> document </a:t>
            </a:r>
            <a:r>
              <a:rPr lang="fr-FR" sz="1600" b="0" dirty="0"/>
              <a:t>: </a:t>
            </a:r>
            <a:r>
              <a:rPr lang="fr-FR" sz="1600" b="0" dirty="0" err="1"/>
              <a:t>represented</a:t>
            </a:r>
            <a:r>
              <a:rPr lang="fr-FR" sz="1600" b="0" dirty="0"/>
              <a:t> as strings</a:t>
            </a:r>
          </a:p>
          <a:p>
            <a:r>
              <a:rPr lang="fr-FR" sz="1600" dirty="0"/>
              <a:t>Notebook document : </a:t>
            </a:r>
            <a:r>
              <a:rPr lang="fr-FR" sz="1600" b="0" dirty="0"/>
              <a:t>collection of notebooks </a:t>
            </a:r>
            <a:r>
              <a:rPr lang="fr-FR" sz="1600" b="0" dirty="0" err="1"/>
              <a:t>cells</a:t>
            </a:r>
            <a:r>
              <a:rPr lang="fr-FR" sz="1600" b="0" dirty="0"/>
              <a:t>, has a type, unique </a:t>
            </a:r>
            <a:r>
              <a:rPr lang="fr-FR" sz="1600" b="0" dirty="0" err="1"/>
              <a:t>resource</a:t>
            </a:r>
            <a:r>
              <a:rPr lang="fr-FR" sz="1600" b="0" dirty="0"/>
              <a:t> URI </a:t>
            </a:r>
          </a:p>
          <a:p>
            <a:r>
              <a:rPr lang="fr-FR" sz="1600" dirty="0"/>
              <a:t>Notebook </a:t>
            </a:r>
            <a:r>
              <a:rPr lang="fr-FR" sz="1600" dirty="0" err="1"/>
              <a:t>cells</a:t>
            </a:r>
            <a:r>
              <a:rPr lang="fr-FR" sz="1600" dirty="0"/>
              <a:t> </a:t>
            </a:r>
            <a:r>
              <a:rPr lang="fr-FR" sz="1600" b="0" dirty="0"/>
              <a:t>: </a:t>
            </a:r>
            <a:r>
              <a:rPr lang="fr-FR" sz="1600" b="0" dirty="0" err="1"/>
              <a:t>holds</a:t>
            </a:r>
            <a:r>
              <a:rPr lang="fr-FR" sz="1600" b="0" dirty="0"/>
              <a:t> the </a:t>
            </a:r>
            <a:r>
              <a:rPr lang="fr-FR" sz="1600" b="0" dirty="0" err="1"/>
              <a:t>actual</a:t>
            </a:r>
            <a:r>
              <a:rPr lang="fr-FR" sz="1600" b="0" dirty="0"/>
              <a:t> </a:t>
            </a:r>
            <a:r>
              <a:rPr lang="fr-FR" sz="1600" b="0" dirty="0" err="1"/>
              <a:t>text</a:t>
            </a:r>
            <a:r>
              <a:rPr lang="fr-FR" sz="1600" b="0" dirty="0"/>
              <a:t> content, </a:t>
            </a:r>
            <a:r>
              <a:rPr lang="fr-FR" sz="1600" b="0" dirty="0" err="1"/>
              <a:t>composed</a:t>
            </a:r>
            <a:r>
              <a:rPr lang="fr-FR" sz="1600" b="0" dirty="0"/>
              <a:t> of a </a:t>
            </a:r>
            <a:r>
              <a:rPr lang="fr-FR" sz="1600" b="0" dirty="0" err="1"/>
              <a:t>NotebookCellkind</a:t>
            </a:r>
            <a:r>
              <a:rPr lang="fr-FR" sz="1600" b="0" dirty="0"/>
              <a:t>, a unique  </a:t>
            </a:r>
            <a:r>
              <a:rPr lang="fr-FR" sz="1600" b="0" dirty="0" err="1"/>
              <a:t>documentUri</a:t>
            </a:r>
            <a:r>
              <a:rPr lang="fr-FR" sz="1600" b="0" dirty="0"/>
              <a:t> and </a:t>
            </a:r>
            <a:r>
              <a:rPr lang="fr-FR" sz="1600" b="0" dirty="0" err="1"/>
              <a:t>other</a:t>
            </a:r>
            <a:r>
              <a:rPr lang="fr-FR" sz="1600" b="0" dirty="0"/>
              <a:t> </a:t>
            </a:r>
            <a:r>
              <a:rPr lang="fr-FR" sz="1600" b="0" dirty="0" err="1"/>
              <a:t>additional</a:t>
            </a:r>
            <a:r>
              <a:rPr lang="fr-FR" sz="1600" b="0" dirty="0"/>
              <a:t> information</a:t>
            </a:r>
          </a:p>
          <a:p>
            <a:r>
              <a:rPr lang="fr-FR" sz="1600" dirty="0"/>
              <a:t>Notebook </a:t>
            </a:r>
            <a:r>
              <a:rPr lang="fr-FR" sz="1600" dirty="0" err="1"/>
              <a:t>cell</a:t>
            </a:r>
            <a:r>
              <a:rPr lang="fr-FR" sz="1600" dirty="0"/>
              <a:t> </a:t>
            </a:r>
            <a:r>
              <a:rPr lang="fr-FR" sz="1600" dirty="0" err="1"/>
              <a:t>kind</a:t>
            </a:r>
            <a:r>
              <a:rPr lang="fr-FR" sz="1600" dirty="0"/>
              <a:t> : </a:t>
            </a:r>
            <a:r>
              <a:rPr lang="fr-FR" sz="1600" b="0" dirty="0" err="1"/>
              <a:t>either</a:t>
            </a:r>
            <a:r>
              <a:rPr lang="fr-FR" sz="1600" b="0" dirty="0"/>
              <a:t> code or </a:t>
            </a:r>
            <a:r>
              <a:rPr lang="fr-FR" sz="1600" b="0" dirty="0" err="1"/>
              <a:t>markdown</a:t>
            </a:r>
            <a:r>
              <a:rPr lang="fr-FR" sz="1600" b="0" dirty="0"/>
              <a:t> content</a:t>
            </a:r>
          </a:p>
          <a:p>
            <a:r>
              <a:rPr lang="fr-FR" sz="1600" b="0" dirty="0"/>
              <a:t>The </a:t>
            </a:r>
            <a:r>
              <a:rPr lang="fr-FR" sz="1600" b="0" dirty="0" err="1"/>
              <a:t>actual</a:t>
            </a:r>
            <a:r>
              <a:rPr lang="fr-FR" sz="1600" b="0" dirty="0"/>
              <a:t> content of the notebook </a:t>
            </a:r>
            <a:r>
              <a:rPr lang="fr-FR" sz="1600" b="0" dirty="0" err="1"/>
              <a:t>cell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stored</a:t>
            </a:r>
            <a:r>
              <a:rPr lang="fr-FR" sz="1600" b="0" dirty="0"/>
              <a:t> in a </a:t>
            </a:r>
            <a:r>
              <a:rPr lang="fr-FR" sz="1600" b="0" dirty="0" err="1"/>
              <a:t>text</a:t>
            </a:r>
            <a:r>
              <a:rPr lang="fr-FR" sz="1600" b="0" dirty="0"/>
              <a:t> document </a:t>
            </a:r>
            <a:r>
              <a:rPr lang="fr-FR" sz="1600" b="0" dirty="0" err="1"/>
              <a:t>that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also</a:t>
            </a:r>
            <a:r>
              <a:rPr lang="fr-FR" sz="1600" b="0" dirty="0"/>
              <a:t> </a:t>
            </a:r>
            <a:r>
              <a:rPr lang="fr-FR" sz="1600" b="0" dirty="0" err="1"/>
              <a:t>synced</a:t>
            </a:r>
            <a:r>
              <a:rPr lang="fr-FR" sz="1600" b="0" dirty="0"/>
              <a:t> </a:t>
            </a:r>
            <a:r>
              <a:rPr lang="fr-FR" sz="1600" b="0" dirty="0" err="1"/>
              <a:t>with</a:t>
            </a:r>
            <a:r>
              <a:rPr lang="fr-FR" sz="1600" b="0" dirty="0"/>
              <a:t> all documents</a:t>
            </a:r>
          </a:p>
        </p:txBody>
      </p:sp>
    </p:spTree>
    <p:extLst>
      <p:ext uri="{BB962C8B-B14F-4D97-AF65-F5344CB8AC3E}">
        <p14:creationId xmlns:p14="http://schemas.microsoft.com/office/powerpoint/2010/main" val="823695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Document </a:t>
            </a:r>
            <a:r>
              <a:rPr lang="fr-FR" dirty="0" err="1"/>
              <a:t>Synchronization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z="1600" b="0" dirty="0"/>
              <a:t>Client support for </a:t>
            </a:r>
            <a:r>
              <a:rPr lang="fr-FR" sz="1600" b="0" dirty="0" err="1"/>
              <a:t>textDocument</a:t>
            </a:r>
            <a:r>
              <a:rPr lang="fr-FR" sz="1600" b="0" dirty="0"/>
              <a:t>/</a:t>
            </a:r>
            <a:r>
              <a:rPr lang="fr-FR" sz="1600" b="0" dirty="0" err="1"/>
              <a:t>didOpen</a:t>
            </a:r>
            <a:r>
              <a:rPr lang="fr-FR" sz="1600" b="0" dirty="0"/>
              <a:t>, </a:t>
            </a:r>
            <a:r>
              <a:rPr lang="fr-FR" sz="1600" b="0" dirty="0" err="1"/>
              <a:t>textDocument</a:t>
            </a:r>
            <a:r>
              <a:rPr lang="fr-FR" sz="1600" b="0" dirty="0"/>
              <a:t>/</a:t>
            </a:r>
            <a:r>
              <a:rPr lang="fr-FR" sz="1600" b="0" dirty="0" err="1"/>
              <a:t>didChange</a:t>
            </a:r>
            <a:r>
              <a:rPr lang="fr-FR" sz="1600" b="0" dirty="0"/>
              <a:t> and </a:t>
            </a:r>
            <a:r>
              <a:rPr lang="fr-FR" sz="1600" b="0" dirty="0" err="1"/>
              <a:t>textDocument</a:t>
            </a:r>
            <a:r>
              <a:rPr lang="fr-FR" sz="1600" b="0" dirty="0"/>
              <a:t>/</a:t>
            </a:r>
            <a:r>
              <a:rPr lang="fr-FR" sz="1600" b="0" dirty="0" err="1"/>
              <a:t>didClose</a:t>
            </a:r>
            <a:r>
              <a:rPr lang="fr-FR" sz="1600" b="0" dirty="0"/>
              <a:t>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mandatory</a:t>
            </a:r>
            <a:endParaRPr lang="fr-FR" sz="1600" b="0" dirty="0"/>
          </a:p>
          <a:p>
            <a:r>
              <a:rPr lang="fr-FR" sz="1600" b="0" dirty="0"/>
              <a:t>Server must </a:t>
            </a:r>
            <a:r>
              <a:rPr lang="fr-FR" sz="1600" b="0" dirty="0" err="1"/>
              <a:t>implement</a:t>
            </a:r>
            <a:r>
              <a:rPr lang="fr-FR" sz="1600" b="0" dirty="0"/>
              <a:t> all </a:t>
            </a:r>
            <a:r>
              <a:rPr lang="fr-FR" sz="1600" b="0" dirty="0" err="1"/>
              <a:t>three</a:t>
            </a:r>
            <a:r>
              <a:rPr lang="fr-FR" sz="1600" b="0" dirty="0"/>
              <a:t> or none (</a:t>
            </a:r>
            <a:r>
              <a:rPr lang="fr-FR" sz="1600" b="0" dirty="0" err="1"/>
              <a:t>they</a:t>
            </a:r>
            <a:r>
              <a:rPr lang="fr-FR" sz="1600" b="0" dirty="0"/>
              <a:t> are not relevant if the document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read</a:t>
            </a:r>
            <a:r>
              <a:rPr lang="fr-FR" sz="1600" b="0" dirty="0"/>
              <a:t> </a:t>
            </a:r>
            <a:r>
              <a:rPr lang="fr-FR" sz="1600" b="0" dirty="0" err="1"/>
              <a:t>only</a:t>
            </a:r>
            <a:r>
              <a:rPr lang="fr-FR" sz="1600" b="0" dirty="0"/>
              <a:t>)</a:t>
            </a:r>
          </a:p>
          <a:p>
            <a:r>
              <a:rPr lang="fr-FR" sz="1600" b="0" dirty="0" err="1"/>
              <a:t>Defined</a:t>
            </a:r>
            <a:r>
              <a:rPr lang="fr-FR" sz="1600" b="0" dirty="0"/>
              <a:t> in </a:t>
            </a:r>
            <a:r>
              <a:rPr lang="fr-FR" sz="1600" b="0" dirty="0" err="1"/>
              <a:t>TextDocumentSyncKind</a:t>
            </a:r>
            <a:r>
              <a:rPr lang="fr-FR" sz="1600" b="0" dirty="0"/>
              <a:t>, values : None, Full or </a:t>
            </a:r>
            <a:r>
              <a:rPr lang="fr-FR" sz="1600" b="0" dirty="0" err="1"/>
              <a:t>Incremental</a:t>
            </a:r>
            <a:endParaRPr lang="fr-FR" sz="1600" b="0" dirty="0"/>
          </a:p>
          <a:p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If the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language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of the document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is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changed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, client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needs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to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send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a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didClose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followed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by </a:t>
            </a:r>
            <a:r>
              <a:rPr lang="fr-FR" sz="1600" b="0" dirty="0" err="1">
                <a:solidFill>
                  <a:schemeClr val="bg2">
                    <a:lumMod val="20000"/>
                    <a:lumOff val="80000"/>
                  </a:schemeClr>
                </a:solidFill>
              </a:rPr>
              <a:t>didOpen</a:t>
            </a:r>
            <a:r>
              <a:rPr lang="fr-FR" sz="1600" b="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 notifications</a:t>
            </a:r>
          </a:p>
          <a:p>
            <a:r>
              <a:rPr lang="fr-FR" sz="1600" dirty="0" err="1"/>
              <a:t>Did</a:t>
            </a:r>
            <a:r>
              <a:rPr lang="fr-FR" sz="1600" dirty="0"/>
              <a:t> notifications : </a:t>
            </a:r>
            <a:r>
              <a:rPr lang="fr-FR" sz="1600" b="0" dirty="0"/>
              <a:t>the client notifies the server if the document </a:t>
            </a:r>
            <a:r>
              <a:rPr lang="fr-FR" sz="1600" b="0" dirty="0" err="1"/>
              <a:t>was</a:t>
            </a:r>
            <a:r>
              <a:rPr lang="fr-FR" sz="1600" b="0" dirty="0"/>
              <a:t> open, </a:t>
            </a:r>
            <a:r>
              <a:rPr lang="fr-FR" sz="1600" b="0" dirty="0" err="1"/>
              <a:t>changed</a:t>
            </a:r>
            <a:r>
              <a:rPr lang="fr-FR" sz="1600" b="0" dirty="0"/>
              <a:t>, </a:t>
            </a:r>
            <a:r>
              <a:rPr lang="fr-FR" sz="1600" b="0" dirty="0" err="1"/>
              <a:t>saved</a:t>
            </a:r>
            <a:r>
              <a:rPr lang="fr-FR" sz="1600" b="0" dirty="0"/>
              <a:t> or </a:t>
            </a:r>
            <a:r>
              <a:rPr lang="fr-FR" sz="1600" b="0" dirty="0" err="1"/>
              <a:t>closed</a:t>
            </a:r>
            <a:endParaRPr lang="fr-FR" sz="1600" b="0" dirty="0"/>
          </a:p>
          <a:p>
            <a:r>
              <a:rPr lang="fr-FR" sz="1600" b="1" dirty="0"/>
              <a:t>Will</a:t>
            </a:r>
            <a:r>
              <a:rPr lang="fr-FR" sz="1600" dirty="0"/>
              <a:t> Save: </a:t>
            </a:r>
            <a:r>
              <a:rPr lang="fr-FR" sz="1600" b="0" dirty="0"/>
              <a:t>notification sent by the client to the server </a:t>
            </a:r>
            <a:r>
              <a:rPr lang="fr-FR" sz="1600" b="0" dirty="0" err="1"/>
              <a:t>before</a:t>
            </a:r>
            <a:r>
              <a:rPr lang="fr-FR" sz="1600" b="0" dirty="0"/>
              <a:t> checking if the client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allowed</a:t>
            </a:r>
            <a:r>
              <a:rPr lang="fr-FR" sz="1600" b="0" dirty="0"/>
              <a:t> to </a:t>
            </a:r>
            <a:r>
              <a:rPr lang="fr-FR" sz="1600" b="0" dirty="0" err="1"/>
              <a:t>save</a:t>
            </a:r>
            <a:r>
              <a:rPr lang="fr-FR" sz="1600" b="0" dirty="0"/>
              <a:t> the file. It </a:t>
            </a:r>
            <a:r>
              <a:rPr lang="fr-FR" sz="1600" b="0" dirty="0" err="1"/>
              <a:t>is</a:t>
            </a:r>
            <a:r>
              <a:rPr lang="fr-FR" sz="1600" b="0" dirty="0"/>
              <a:t> </a:t>
            </a:r>
            <a:r>
              <a:rPr lang="fr-FR" sz="1600" b="0" dirty="0" err="1"/>
              <a:t>followed</a:t>
            </a:r>
            <a:r>
              <a:rPr lang="fr-FR" sz="1600" b="0" dirty="0"/>
              <a:t> by a </a:t>
            </a:r>
            <a:r>
              <a:rPr lang="fr-FR" sz="1600" b="0" dirty="0" err="1"/>
              <a:t>Did</a:t>
            </a:r>
            <a:r>
              <a:rPr lang="fr-FR" sz="1600" b="0" dirty="0"/>
              <a:t> </a:t>
            </a:r>
            <a:r>
              <a:rPr lang="fr-FR" sz="1600" b="0" dirty="0" err="1"/>
              <a:t>save</a:t>
            </a:r>
            <a:r>
              <a:rPr lang="fr-FR" sz="1600" b="0" dirty="0"/>
              <a:t> notification</a:t>
            </a:r>
          </a:p>
          <a:p>
            <a:r>
              <a:rPr lang="fr-FR" sz="1600" dirty="0"/>
              <a:t>Will </a:t>
            </a:r>
            <a:r>
              <a:rPr lang="fr-FR" sz="1600" dirty="0" err="1"/>
              <a:t>save</a:t>
            </a:r>
            <a:r>
              <a:rPr lang="fr-FR" sz="1600" dirty="0"/>
              <a:t> </a:t>
            </a:r>
            <a:r>
              <a:rPr lang="fr-FR" sz="1600" dirty="0" err="1"/>
              <a:t>wait</a:t>
            </a:r>
            <a:r>
              <a:rPr lang="fr-FR" sz="1600" dirty="0"/>
              <a:t> </a:t>
            </a:r>
            <a:r>
              <a:rPr lang="fr-FR" sz="1600" dirty="0" err="1"/>
              <a:t>until</a:t>
            </a:r>
            <a:r>
              <a:rPr lang="fr-FR" sz="1600" dirty="0"/>
              <a:t> :</a:t>
            </a:r>
            <a:r>
              <a:rPr lang="fr-FR" sz="1600" b="0" dirty="0"/>
              <a:t> </a:t>
            </a:r>
            <a:r>
              <a:rPr lang="fr-FR" sz="1600" b="0" dirty="0" err="1"/>
              <a:t>saves</a:t>
            </a:r>
            <a:r>
              <a:rPr lang="fr-FR" sz="1600" b="0" dirty="0"/>
              <a:t> an </a:t>
            </a:r>
            <a:r>
              <a:rPr lang="fr-FR" sz="1600" b="0" dirty="0" err="1"/>
              <a:t>array</a:t>
            </a:r>
            <a:r>
              <a:rPr lang="fr-FR" sz="1600" b="0" dirty="0"/>
              <a:t> of all the changes the document has </a:t>
            </a:r>
            <a:r>
              <a:rPr lang="fr-FR" sz="1600" b="0" dirty="0" err="1"/>
              <a:t>undergone</a:t>
            </a:r>
            <a:r>
              <a:rPr lang="fr-FR" sz="1600" b="0" dirty="0"/>
              <a:t> </a:t>
            </a:r>
            <a:r>
              <a:rPr lang="fr-FR" sz="1600" b="0" dirty="0" err="1"/>
              <a:t>before</a:t>
            </a:r>
            <a:r>
              <a:rPr lang="fr-FR" sz="1600" b="0" dirty="0"/>
              <a:t> </a:t>
            </a:r>
            <a:r>
              <a:rPr lang="fr-FR" sz="1600" b="0" dirty="0" err="1"/>
              <a:t>saving</a:t>
            </a:r>
            <a:r>
              <a:rPr lang="fr-FR" sz="1600" b="0" dirty="0"/>
              <a:t> </a:t>
            </a:r>
            <a:r>
              <a:rPr lang="fr-FR" sz="1600" b="0" dirty="0" err="1"/>
              <a:t>it</a:t>
            </a:r>
            <a:endParaRPr lang="fr-FR" sz="1600" dirty="0"/>
          </a:p>
          <a:p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65381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0777832" cy="4540024"/>
          </a:xfrm>
        </p:spPr>
        <p:txBody>
          <a:bodyPr/>
          <a:lstStyle/>
          <a:p>
            <a:r>
              <a:rPr lang="fr-FR" dirty="0" err="1"/>
              <a:t>Language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Go to </a:t>
            </a:r>
            <a:r>
              <a:rPr lang="fr-FR" dirty="0" err="1"/>
              <a:t>definition</a:t>
            </a:r>
            <a:r>
              <a:rPr lang="fr-FR" dirty="0"/>
              <a:t> </a:t>
            </a:r>
            <a:r>
              <a:rPr lang="fr-FR" dirty="0" err="1"/>
              <a:t>feature</a:t>
            </a:r>
            <a:endParaRPr lang="fr-FR" b="0" dirty="0"/>
          </a:p>
          <a:p>
            <a:pPr lvl="2"/>
            <a:r>
              <a:rPr lang="fr-FR" b="0" dirty="0" err="1"/>
              <a:t>Returns</a:t>
            </a:r>
            <a:r>
              <a:rPr lang="fr-FR" b="0" dirty="0"/>
              <a:t> a </a:t>
            </a:r>
            <a:r>
              <a:rPr lang="fr-FR" b="0" dirty="0" err="1"/>
              <a:t>result</a:t>
            </a:r>
            <a:r>
              <a:rPr lang="fr-FR" b="0" dirty="0"/>
              <a:t> of type </a:t>
            </a:r>
            <a:r>
              <a:rPr lang="fr-FR" b="0" dirty="0" err="1"/>
              <a:t>LocationLink</a:t>
            </a:r>
            <a:r>
              <a:rPr lang="fr-FR" b="0" dirty="0"/>
              <a:t>[] </a:t>
            </a:r>
            <a:r>
              <a:rPr lang="fr-FR" b="0" dirty="0" err="1"/>
              <a:t>with</a:t>
            </a:r>
            <a:r>
              <a:rPr lang="fr-FR" b="0" dirty="0"/>
              <a:t> the </a:t>
            </a:r>
            <a:r>
              <a:rPr lang="fr-FR" b="0" dirty="0" err="1"/>
              <a:t>definition</a:t>
            </a:r>
            <a:r>
              <a:rPr lang="fr-FR" b="0" dirty="0"/>
              <a:t> </a:t>
            </a:r>
            <a:r>
              <a:rPr lang="fr-FR" b="0" dirty="0" err="1"/>
              <a:t>corresponding</a:t>
            </a:r>
            <a:r>
              <a:rPr lang="fr-FR" b="0" dirty="0"/>
              <a:t> to the </a:t>
            </a:r>
            <a:r>
              <a:rPr lang="fr-FR" b="0" dirty="0" err="1"/>
              <a:t>element</a:t>
            </a:r>
            <a:r>
              <a:rPr lang="fr-FR" b="0" dirty="0"/>
              <a:t> </a:t>
            </a:r>
            <a:r>
              <a:rPr lang="fr-FR" b="0" dirty="0" err="1"/>
              <a:t>where</a:t>
            </a:r>
            <a:r>
              <a:rPr lang="fr-FR" b="0" dirty="0"/>
              <a:t> the </a:t>
            </a:r>
            <a:r>
              <a:rPr lang="fr-FR" b="0" dirty="0" err="1"/>
              <a:t>the</a:t>
            </a:r>
            <a:r>
              <a:rPr lang="fr-FR" b="0" dirty="0"/>
              <a:t> client sent the </a:t>
            </a:r>
            <a:r>
              <a:rPr lang="fr-FR" b="0" dirty="0" err="1"/>
              <a:t>request</a:t>
            </a:r>
            <a:r>
              <a:rPr lang="fr-FR" b="0" dirty="0"/>
              <a:t>.</a:t>
            </a:r>
          </a:p>
          <a:p>
            <a:pPr lvl="1"/>
            <a:r>
              <a:rPr lang="fr-FR" dirty="0"/>
              <a:t>Code </a:t>
            </a:r>
            <a:r>
              <a:rPr lang="fr-FR" dirty="0" err="1"/>
              <a:t>completion</a:t>
            </a:r>
            <a:endParaRPr lang="fr-FR" dirty="0"/>
          </a:p>
          <a:p>
            <a:pPr lvl="2"/>
            <a:r>
              <a:rPr lang="fr-FR" dirty="0" err="1"/>
              <a:t>Suggests</a:t>
            </a:r>
            <a:r>
              <a:rPr lang="fr-FR" dirty="0"/>
              <a:t> </a:t>
            </a:r>
            <a:r>
              <a:rPr lang="fr-FR" dirty="0" err="1"/>
              <a:t>completion</a:t>
            </a:r>
            <a:r>
              <a:rPr lang="fr-FR" dirty="0"/>
              <a:t> items in the editor</a:t>
            </a:r>
          </a:p>
          <a:p>
            <a:pPr lvl="2"/>
            <a:r>
              <a:rPr lang="fr-FR" dirty="0"/>
              <a:t>Servers can </a:t>
            </a:r>
            <a:r>
              <a:rPr lang="fr-FR" dirty="0" err="1"/>
              <a:t>choose</a:t>
            </a:r>
            <a:r>
              <a:rPr lang="fr-FR" dirty="0"/>
              <a:t> to not </a:t>
            </a:r>
            <a:r>
              <a:rPr lang="fr-FR" dirty="0" err="1"/>
              <a:t>resolve</a:t>
            </a:r>
            <a:r>
              <a:rPr lang="fr-FR" dirty="0"/>
              <a:t> </a:t>
            </a:r>
            <a:r>
              <a:rPr lang="fr-FR" dirty="0" err="1"/>
              <a:t>every</a:t>
            </a:r>
            <a:r>
              <a:rPr lang="fr-FR" dirty="0"/>
              <a:t> item for performance issues</a:t>
            </a:r>
          </a:p>
          <a:p>
            <a:pPr lvl="2"/>
            <a:r>
              <a:rPr lang="fr-FR" dirty="0" err="1"/>
              <a:t>Generally</a:t>
            </a:r>
            <a:r>
              <a:rPr lang="fr-FR" dirty="0"/>
              <a:t> the </a:t>
            </a:r>
            <a:r>
              <a:rPr lang="fr-FR" dirty="0" err="1"/>
              <a:t>client’s</a:t>
            </a:r>
            <a:r>
              <a:rPr lang="fr-FR" dirty="0"/>
              <a:t> job to </a:t>
            </a:r>
            <a:r>
              <a:rPr lang="fr-FR" dirty="0" err="1"/>
              <a:t>provide</a:t>
            </a:r>
            <a:r>
              <a:rPr lang="fr-FR" dirty="0"/>
              <a:t> </a:t>
            </a:r>
            <a:r>
              <a:rPr lang="fr-FR" dirty="0" err="1"/>
              <a:t>filtering</a:t>
            </a:r>
            <a:r>
              <a:rPr lang="fr-FR" dirty="0"/>
              <a:t> and </a:t>
            </a:r>
            <a:r>
              <a:rPr lang="fr-FR" dirty="0" err="1"/>
              <a:t>sorting</a:t>
            </a:r>
            <a:r>
              <a:rPr lang="fr-FR" dirty="0"/>
              <a:t> of items </a:t>
            </a:r>
            <a:r>
              <a:rPr lang="fr-FR" dirty="0" err="1"/>
              <a:t>based</a:t>
            </a:r>
            <a:r>
              <a:rPr lang="fr-FR" dirty="0"/>
              <a:t> on the </a:t>
            </a:r>
            <a:r>
              <a:rPr lang="fr-FR" dirty="0" err="1"/>
              <a:t>server’s</a:t>
            </a:r>
            <a:r>
              <a:rPr lang="fr-FR" dirty="0"/>
              <a:t> </a:t>
            </a:r>
            <a:r>
              <a:rPr lang="fr-FR" dirty="0" err="1"/>
              <a:t>list</a:t>
            </a:r>
            <a:r>
              <a:rPr lang="fr-FR" dirty="0"/>
              <a:t> of items</a:t>
            </a:r>
          </a:p>
          <a:p>
            <a:pPr lvl="2"/>
            <a:r>
              <a:rPr lang="fr-FR" dirty="0"/>
              <a:t>Server can help the client by </a:t>
            </a:r>
            <a:r>
              <a:rPr lang="fr-FR" dirty="0" err="1"/>
              <a:t>specifying</a:t>
            </a:r>
            <a:r>
              <a:rPr lang="fr-FR" dirty="0"/>
              <a:t> </a:t>
            </a:r>
            <a:r>
              <a:rPr lang="fr-FR" dirty="0" err="1"/>
              <a:t>attributes</a:t>
            </a:r>
            <a:r>
              <a:rPr lang="fr-FR" dirty="0"/>
              <a:t> like </a:t>
            </a:r>
            <a:r>
              <a:rPr lang="fr-FR" dirty="0" err="1"/>
              <a:t>filterText</a:t>
            </a:r>
            <a:r>
              <a:rPr lang="fr-FR" dirty="0"/>
              <a:t> or </a:t>
            </a:r>
            <a:r>
              <a:rPr lang="fr-FR" dirty="0" err="1"/>
              <a:t>sortText</a:t>
            </a:r>
            <a:r>
              <a:rPr lang="fr-FR" dirty="0"/>
              <a:t> for </a:t>
            </a:r>
            <a:r>
              <a:rPr lang="fr-FR" dirty="0" err="1"/>
              <a:t>each</a:t>
            </a:r>
            <a:r>
              <a:rPr lang="fr-FR" dirty="0"/>
              <a:t> </a:t>
            </a:r>
            <a:r>
              <a:rPr lang="fr-FR" dirty="0" err="1"/>
              <a:t>completion</a:t>
            </a:r>
            <a:r>
              <a:rPr lang="fr-FR" dirty="0"/>
              <a:t> item</a:t>
            </a:r>
          </a:p>
          <a:p>
            <a:pPr lvl="1"/>
            <a:r>
              <a:rPr lang="fr-FR" dirty="0" err="1"/>
              <a:t>Hover</a:t>
            </a:r>
            <a:endParaRPr lang="fr-FR" dirty="0"/>
          </a:p>
          <a:p>
            <a:pPr lvl="2"/>
            <a:r>
              <a:rPr lang="en-US" dirty="0"/>
              <a:t>When cursor is hovered over a symbol, server responds with relevant information, such as type signatures, documentation comments, etc.</a:t>
            </a:r>
          </a:p>
          <a:p>
            <a:pPr lvl="2"/>
            <a:r>
              <a:rPr lang="en-US" dirty="0"/>
              <a:t>Returns a Hover Object with its contents within a </a:t>
            </a:r>
            <a:r>
              <a:rPr lang="en-US" dirty="0" err="1"/>
              <a:t>MarkedString</a:t>
            </a:r>
            <a:r>
              <a:rPr lang="en-US" dirty="0"/>
              <a:t>[] or a </a:t>
            </a:r>
            <a:r>
              <a:rPr lang="en-US" dirty="0" err="1"/>
              <a:t>MarkupContent</a:t>
            </a:r>
            <a:endParaRPr lang="fr-FR" dirty="0"/>
          </a:p>
          <a:p>
            <a:pPr lvl="1"/>
            <a:r>
              <a:rPr lang="fr-FR" dirty="0"/>
              <a:t>Document </a:t>
            </a:r>
            <a:r>
              <a:rPr lang="fr-FR" dirty="0" err="1"/>
              <a:t>Symbols</a:t>
            </a:r>
            <a:endParaRPr lang="fr-FR" dirty="0"/>
          </a:p>
          <a:p>
            <a:pPr lvl="2"/>
            <a:r>
              <a:rPr lang="fr-FR" dirty="0" err="1"/>
              <a:t>Returns</a:t>
            </a:r>
            <a:r>
              <a:rPr lang="fr-FR" dirty="0"/>
              <a:t> a </a:t>
            </a:r>
            <a:r>
              <a:rPr lang="fr-FR" dirty="0" err="1"/>
              <a:t>SymbolInformation</a:t>
            </a:r>
            <a:r>
              <a:rPr lang="fr-FR" dirty="0"/>
              <a:t>[] (</a:t>
            </a:r>
            <a:r>
              <a:rPr lang="fr-FR" dirty="0" err="1"/>
              <a:t>list</a:t>
            </a:r>
            <a:r>
              <a:rPr lang="fr-FR" dirty="0"/>
              <a:t> of all </a:t>
            </a:r>
            <a:r>
              <a:rPr lang="fr-FR" dirty="0" err="1"/>
              <a:t>symbols</a:t>
            </a:r>
            <a:r>
              <a:rPr lang="fr-FR" dirty="0"/>
              <a:t> in the document) or </a:t>
            </a:r>
            <a:r>
              <a:rPr lang="fr-FR" dirty="0" err="1"/>
              <a:t>DocumentSymbol</a:t>
            </a:r>
            <a:r>
              <a:rPr lang="fr-FR" dirty="0"/>
              <a:t>[] (</a:t>
            </a:r>
            <a:r>
              <a:rPr lang="fr-FR" dirty="0" err="1"/>
              <a:t>same</a:t>
            </a:r>
            <a:r>
              <a:rPr lang="fr-FR" dirty="0"/>
              <a:t> but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hierarchy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the </a:t>
            </a:r>
            <a:r>
              <a:rPr lang="fr-FR" dirty="0" err="1"/>
              <a:t>symbols</a:t>
            </a:r>
            <a:r>
              <a:rPr lang="fr-FR" dirty="0"/>
              <a:t> </a:t>
            </a:r>
            <a:r>
              <a:rPr lang="fr-FR" dirty="0" err="1"/>
              <a:t>which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better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2964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88000" y="1064645"/>
            <a:ext cx="10777832" cy="4540024"/>
          </a:xfrm>
        </p:spPr>
        <p:txBody>
          <a:bodyPr/>
          <a:lstStyle/>
          <a:p>
            <a:r>
              <a:rPr lang="fr-FR" dirty="0" err="1"/>
              <a:t>Language</a:t>
            </a:r>
            <a:r>
              <a:rPr lang="fr-FR" dirty="0"/>
              <a:t>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 err="1"/>
              <a:t>Publish</a:t>
            </a:r>
            <a:r>
              <a:rPr lang="fr-FR" dirty="0"/>
              <a:t> diagnostics</a:t>
            </a:r>
          </a:p>
          <a:p>
            <a:pPr lvl="2"/>
            <a:r>
              <a:rPr lang="fr-FR" dirty="0" err="1"/>
              <a:t>Sends</a:t>
            </a:r>
            <a:r>
              <a:rPr lang="fr-FR" dirty="0"/>
              <a:t> </a:t>
            </a:r>
            <a:r>
              <a:rPr lang="fr-FR" dirty="0" err="1"/>
              <a:t>potential</a:t>
            </a:r>
            <a:r>
              <a:rPr lang="fr-FR" dirty="0"/>
              <a:t> compiler </a:t>
            </a:r>
            <a:r>
              <a:rPr lang="fr-FR" dirty="0" err="1"/>
              <a:t>errors</a:t>
            </a:r>
            <a:r>
              <a:rPr lang="fr-FR" dirty="0"/>
              <a:t>, warning, etc. to the client </a:t>
            </a:r>
          </a:p>
          <a:p>
            <a:pPr lvl="2"/>
            <a:r>
              <a:rPr lang="fr-FR" dirty="0" err="1"/>
              <a:t>Sends</a:t>
            </a:r>
            <a:r>
              <a:rPr lang="fr-FR" dirty="0"/>
              <a:t> a Diagnostic </a:t>
            </a:r>
            <a:r>
              <a:rPr lang="fr-FR" dirty="0" err="1"/>
              <a:t>object</a:t>
            </a:r>
            <a:r>
              <a:rPr lang="fr-FR" dirty="0"/>
              <a:t> to the client, </a:t>
            </a:r>
            <a:r>
              <a:rPr lang="fr-FR" dirty="0" err="1"/>
              <a:t>containing</a:t>
            </a:r>
            <a:r>
              <a:rPr lang="fr-FR" dirty="0"/>
              <a:t> the </a:t>
            </a:r>
            <a:r>
              <a:rPr lang="fr-FR" dirty="0" err="1"/>
              <a:t>corresponding</a:t>
            </a:r>
            <a:r>
              <a:rPr lang="fr-FR" dirty="0"/>
              <a:t> data</a:t>
            </a:r>
          </a:p>
          <a:p>
            <a:pPr lvl="2"/>
            <a:r>
              <a:rPr lang="fr-FR" dirty="0" err="1"/>
              <a:t>Server’s</a:t>
            </a:r>
            <a:r>
              <a:rPr lang="fr-FR" dirty="0"/>
              <a:t> </a:t>
            </a:r>
            <a:r>
              <a:rPr lang="fr-FR" dirty="0" err="1"/>
              <a:t>responsibility</a:t>
            </a:r>
            <a:r>
              <a:rPr lang="fr-FR" dirty="0"/>
              <a:t> to re-</a:t>
            </a:r>
            <a:r>
              <a:rPr lang="fr-FR" dirty="0" err="1"/>
              <a:t>compute</a:t>
            </a:r>
            <a:r>
              <a:rPr lang="fr-FR" dirty="0"/>
              <a:t> changes in the file and push </a:t>
            </a:r>
            <a:r>
              <a:rPr lang="fr-FR" dirty="0" err="1"/>
              <a:t>them</a:t>
            </a:r>
            <a:r>
              <a:rPr lang="fr-FR" dirty="0"/>
              <a:t> to the client</a:t>
            </a:r>
          </a:p>
          <a:p>
            <a:pPr lvl="2"/>
            <a:endParaRPr lang="fr-FR" dirty="0"/>
          </a:p>
          <a:p>
            <a:pPr lvl="2"/>
            <a:endParaRPr lang="fr-FR" dirty="0"/>
          </a:p>
          <a:p>
            <a:pPr lvl="2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197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A5B1E-892D-4AA9-94E3-06416DC17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Main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5B1A97-6094-4843-9635-A4693AF0E3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/>
              <a:t>Workspace </a:t>
            </a:r>
            <a:r>
              <a:rPr lang="fr-FR" dirty="0" err="1"/>
              <a:t>features</a:t>
            </a:r>
            <a:endParaRPr lang="fr-FR" dirty="0"/>
          </a:p>
          <a:p>
            <a:pPr lvl="1"/>
            <a:r>
              <a:rPr lang="fr-FR" dirty="0"/>
              <a:t>Workspace </a:t>
            </a:r>
            <a:r>
              <a:rPr lang="fr-FR" dirty="0" err="1"/>
              <a:t>symbols</a:t>
            </a:r>
            <a:endParaRPr lang="fr-FR" dirty="0"/>
          </a:p>
          <a:p>
            <a:pPr lvl="2"/>
            <a:endParaRPr lang="fr-FR" dirty="0"/>
          </a:p>
          <a:p>
            <a:pPr lvl="1"/>
            <a:r>
              <a:rPr lang="fr-FR" dirty="0" err="1"/>
              <a:t>Did</a:t>
            </a:r>
            <a:r>
              <a:rPr lang="fr-FR" dirty="0"/>
              <a:t> : </a:t>
            </a:r>
            <a:r>
              <a:rPr lang="fr-FR" b="0" dirty="0"/>
              <a:t>change, </a:t>
            </a:r>
            <a:r>
              <a:rPr lang="fr-FR" b="0" dirty="0" err="1"/>
              <a:t>create</a:t>
            </a:r>
            <a:r>
              <a:rPr lang="fr-FR" b="0" dirty="0"/>
              <a:t>, </a:t>
            </a:r>
            <a:r>
              <a:rPr lang="fr-FR" b="0" dirty="0" err="1"/>
              <a:t>rename</a:t>
            </a:r>
            <a:r>
              <a:rPr lang="fr-FR" b="0" dirty="0"/>
              <a:t>, </a:t>
            </a:r>
            <a:r>
              <a:rPr lang="fr-FR" b="0" dirty="0" err="1"/>
              <a:t>delete</a:t>
            </a:r>
            <a:endParaRPr lang="fr-FR" dirty="0"/>
          </a:p>
          <a:p>
            <a:pPr lvl="2"/>
            <a:endParaRPr lang="fr-FR" dirty="0"/>
          </a:p>
          <a:p>
            <a:pPr lvl="1"/>
            <a:r>
              <a:rPr lang="fr-FR" dirty="0"/>
              <a:t>Will *</a:t>
            </a:r>
          </a:p>
          <a:p>
            <a:pPr lvl="2"/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2917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Thales">
      <a:dk1>
        <a:srgbClr val="181A22"/>
      </a:dk1>
      <a:lt1>
        <a:srgbClr val="FFFFFF"/>
      </a:lt1>
      <a:dk2>
        <a:srgbClr val="242A75"/>
      </a:dk2>
      <a:lt2>
        <a:srgbClr val="00BBDD"/>
      </a:lt2>
      <a:accent1>
        <a:srgbClr val="AE2573"/>
      </a:accent1>
      <a:accent2>
        <a:srgbClr val="7C7FAB"/>
      </a:accent2>
      <a:accent3>
        <a:srgbClr val="00AB8E"/>
      </a:accent3>
      <a:accent4>
        <a:srgbClr val="EE2737"/>
      </a:accent4>
      <a:accent5>
        <a:srgbClr val="FFA300"/>
      </a:accent5>
      <a:accent6>
        <a:srgbClr val="FDDA24"/>
      </a:accent6>
      <a:hlink>
        <a:srgbClr val="242A75"/>
      </a:hlink>
      <a:folHlink>
        <a:srgbClr val="242A75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>
                <a:alpha val="0"/>
              </a:schemeClr>
            </a:gs>
            <a:gs pos="100000">
              <a:schemeClr val="tx2"/>
            </a:gs>
          </a:gsLst>
          <a:lin ang="168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Thales_PPT_Template_-_EN_-_22012024</Template>
  <TotalTime>0</TotalTime>
  <Words>847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1_Office Theme</vt:lpstr>
      <vt:lpstr>LSP Specification</vt:lpstr>
      <vt:lpstr>LSP Specification structure &amp; JSON-RPC</vt:lpstr>
      <vt:lpstr>JSON-RPC structure</vt:lpstr>
      <vt:lpstr>JSON-RPC structure</vt:lpstr>
      <vt:lpstr>Response ordering</vt:lpstr>
      <vt:lpstr>Useful JSON structures</vt:lpstr>
      <vt:lpstr>Document type</vt:lpstr>
      <vt:lpstr>Document Synchronization</vt:lpstr>
      <vt:lpstr>Main features</vt:lpstr>
      <vt:lpstr>Main features</vt:lpstr>
      <vt:lpstr>Main features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Djamila</dc:creator>
  <cp:lastModifiedBy>MOHAMED Djamila</cp:lastModifiedBy>
  <cp:revision>51</cp:revision>
  <dcterms:created xsi:type="dcterms:W3CDTF">2024-03-27T07:56:50Z</dcterms:created>
  <dcterms:modified xsi:type="dcterms:W3CDTF">2024-03-28T14:30:10Z</dcterms:modified>
</cp:coreProperties>
</file>