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89779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Jira issues</a:t>
                      </a:r>
                      <a:endParaRPr lang="en-US" sz="1050" kern="1200" baseline="0" noProof="0" dirty="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Start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implementation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of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plug-in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Implement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client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with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typescript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 for client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kern="1200" baseline="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July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implelentation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60</cp:revision>
  <dcterms:created xsi:type="dcterms:W3CDTF">2024-03-19T14:34:39Z</dcterms:created>
  <dcterms:modified xsi:type="dcterms:W3CDTF">2024-04-30T13:58:46Z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2024-04-30T13:58:46Z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f525b43d-f838-4a73-8528-9d144fac3e26</vt:lpwstr>
  </property>
  <property fmtid="{D5CDD505-2E9C-101B-9397-08002B2CF9AE}" pid="8" name="MSIP_Label_c6c1d335-5221-4a6a-889f-c684b2c8474c_ContentBits">
    <vt:lpwstr>3</vt:lpwstr>
  </property>
</Properties>
</file>