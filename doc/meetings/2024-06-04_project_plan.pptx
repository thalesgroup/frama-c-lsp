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504377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>
                <a:latin typeface="Arial Narrow" panose="020B0606020202030204" pitchFamily="34" charset="0"/>
              </a:rPr>
              <a:t>implementation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63</cp:revision>
  <dcterms:created xsi:type="dcterms:W3CDTF">2024-03-19T14:34:39Z</dcterms:created>
  <dcterms:modified xsi:type="dcterms:W3CDTF">2024-06-04T14:35:11Z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2024-06-04T14:34:47Z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6adfbb0c-601e-47c1-a487-7d0f7a8a7567</vt:lpwstr>
  </property>
  <property fmtid="{D5CDD505-2E9C-101B-9397-08002B2CF9AE}" pid="8" name="MSIP_Label_c6c1d335-5221-4a6a-889f-c684b2c8474c_ContentBits">
    <vt:lpwstr>3</vt:lpwstr>
  </property>
</Properties>
</file>