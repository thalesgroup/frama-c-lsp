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32694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implelentation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45</cp:revision>
  <dcterms:created xsi:type="dcterms:W3CDTF">2024-03-19T14:34:39Z</dcterms:created>
  <dcterms:modified xsi:type="dcterms:W3CDTF">2024-04-11T13:04:45Z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2024-03-20T10:00:49Z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d2d913ac-cd74-483f-a3be-79ec5b78c208</vt:lpwstr>
  </property>
  <property fmtid="{D5CDD505-2E9C-101B-9397-08002B2CF9AE}" pid="8" name="MSIP_Label_c6c1d335-5221-4a6a-889f-c684b2c8474c_ContentBits">
    <vt:lpwstr>3</vt:lpwstr>
  </property>
</Properties>
</file>