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4/16/2024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588788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Start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plug-in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 for LSP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July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(smart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cards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of 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 dirty="0" err="1">
                <a:latin typeface="Arial Narrow" panose="020B0606020202030204" pitchFamily="34" charset="0"/>
              </a:rPr>
              <a:t>implelentation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pptx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prentations</a:t>
            </a:r>
            <a:r>
              <a:rPr lang="fr-FR" sz="1100" dirty="0">
                <a:latin typeface="Arial Narrow" panose="020B0606020202030204" pitchFamily="34" charset="0"/>
              </a:rPr>
              <a:t> for </a:t>
            </a: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</a:t>
            </a:r>
            <a:r>
              <a:rPr lang="fr-FR" sz="1100" dirty="0" err="1">
                <a:latin typeface="Arial Narrow" panose="020B0606020202030204" pitchFamily="34" charset="0"/>
              </a:rPr>
              <a:t>highlight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48</cp:revision>
  <dcterms:created xsi:type="dcterms:W3CDTF">2024-03-19T14:34:39Z</dcterms:created>
  <dcterms:modified xsi:type="dcterms:W3CDTF">2024-04-16T13:30:52Z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2024-04-16T13:30:52Z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d59e1737-fb60-48f2-aa9c-182bb2f0fe57</vt:lpwstr>
  </property>
  <property fmtid="{D5CDD505-2E9C-101B-9397-08002B2CF9AE}" pid="8" name="MSIP_Label_c6c1d335-5221-4a6a-889f-c684b2c8474c_ContentBits">
    <vt:lpwstr>3</vt:lpwstr>
  </property>
</Properties>
</file>