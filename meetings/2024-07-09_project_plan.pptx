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049159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 issues</a:t>
                      </a:r>
                      <a:endParaRPr lang="en-US" sz="1050" noProof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LSP,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pptx </a:t>
            </a:r>
            <a:r>
              <a:rPr lang="fr-FR" sz="1100">
                <a:latin typeface="Arial Narrow" panose="020B0606020202030204" pitchFamily="34" charset="0"/>
              </a:rPr>
              <a:t>presentations</a:t>
            </a:r>
            <a:r>
              <a:rPr lang="fr-FR" sz="1100" dirty="0">
                <a:latin typeface="Arial Narrow" panose="020B0606020202030204" pitchFamily="34" charset="0"/>
              </a:rPr>
              <a:t> for follow-up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highlight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78</cp:revision>
  <dcterms:created xsi:type="dcterms:W3CDTF">2024-03-19T14:34:39Z</dcterms:created>
  <dcterms:modified xsi:type="dcterms:W3CDTF">2024-07-09T13:23:21Z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2024-07-09T13:23:21Z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dda0f53a-f5ba-4bf0-86b0-e1c6a7900125</vt:lpwstr>
  </property>
  <property fmtid="{D5CDD505-2E9C-101B-9397-08002B2CF9AE}" pid="8" name="MSIP_Label_c6c1d335-5221-4a6a-889f-c684b2c8474c_ContentBits">
    <vt:lpwstr>3</vt:lpwstr>
  </property>
</Properties>
</file>